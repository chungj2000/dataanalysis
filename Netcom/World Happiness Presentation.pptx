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7" r:id="rId2"/>
    <p:sldId id="264" r:id="rId3"/>
    <p:sldId id="278" r:id="rId4"/>
    <p:sldId id="288" r:id="rId5"/>
    <p:sldId id="289" r:id="rId6"/>
    <p:sldId id="290" r:id="rId7"/>
    <p:sldId id="287" r:id="rId8"/>
    <p:sldId id="270" r:id="rId9"/>
    <p:sldId id="269" r:id="rId10"/>
    <p:sldId id="272" r:id="rId11"/>
    <p:sldId id="274" r:id="rId12"/>
    <p:sldId id="275" r:id="rId13"/>
    <p:sldId id="286" r:id="rId14"/>
    <p:sldId id="271" r:id="rId15"/>
    <p:sldId id="294" r:id="rId16"/>
    <p:sldId id="285" r:id="rId17"/>
    <p:sldId id="291" r:id="rId18"/>
    <p:sldId id="292" r:id="rId19"/>
    <p:sldId id="293" r:id="rId20"/>
    <p:sldId id="276" r:id="rId21"/>
    <p:sldId id="277" r:id="rId22"/>
  </p:sldIdLst>
  <p:sldSz cx="18288000" cy="10287000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Montserrat Bold" panose="00000800000000000000" charset="0"/>
      <p:regular r:id="rId27"/>
      <p:bold r:id="rId28"/>
    </p:embeddedFont>
    <p:embeddedFont>
      <p:font typeface="Montserrat Medium" panose="00000600000000000000" pitchFamily="2" charset="0"/>
      <p:regular r:id="rId29"/>
      <p:italic r:id="rId30"/>
    </p:embeddedFont>
    <p:embeddedFont>
      <p:font typeface="Montserrat Ultra-Bold" panose="020B0604020202020204" charset="0"/>
      <p:regular r:id="rId31"/>
    </p:embeddedFont>
    <p:embeddedFont>
      <p:font typeface="Raleway" pitchFamily="2" charset="0"/>
      <p:regular r:id="rId32"/>
      <p:bold r:id="rId33"/>
      <p:italic r:id="rId34"/>
      <p:boldItalic r:id="rId35"/>
    </p:embeddedFont>
    <p:embeddedFont>
      <p:font typeface="Raleway Bold" charset="0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5F4"/>
    <a:srgbClr val="27A1D8"/>
    <a:srgbClr val="B5EBEF"/>
    <a:srgbClr val="38AEB6"/>
    <a:srgbClr val="F4AD1A"/>
    <a:srgbClr val="E46671"/>
    <a:srgbClr val="FFE8A3"/>
    <a:srgbClr val="233D80"/>
    <a:srgbClr val="FFBEC4"/>
    <a:srgbClr val="8D9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9CF0D-7060-4D07-51B9-EFACD9853977}" v="1" dt="2026-03-29T12:51:31.544"/>
    <p1510:client id="{85FFD95E-C0F4-064E-3FDC-63B522DD5EEE}" v="808" dt="2026-03-29T00:40:58.296"/>
    <p1510:client id="{952648BB-4E29-4DAD-D4BF-376969BC4E3C}" v="11" dt="2026-03-29T12:29:15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14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my_Chung" userId="S::6752717175@netcomlms.co.uk::23160f3d-c5bd-4c68-a006-321934d25535" providerId="AD" clId="Web-{1579CF0D-7060-4D07-51B9-EFACD9853977}"/>
    <pc:docChg chg="sldOrd">
      <pc:chgData name="Jimmy_Chung" userId="S::6752717175@netcomlms.co.uk::23160f3d-c5bd-4c68-a006-321934d25535" providerId="AD" clId="Web-{1579CF0D-7060-4D07-51B9-EFACD9853977}" dt="2026-03-29T12:51:31.544" v="0"/>
      <pc:docMkLst>
        <pc:docMk/>
      </pc:docMkLst>
      <pc:sldChg chg="ord">
        <pc:chgData name="Jimmy_Chung" userId="S::6752717175@netcomlms.co.uk::23160f3d-c5bd-4c68-a006-321934d25535" providerId="AD" clId="Web-{1579CF0D-7060-4D07-51B9-EFACD9853977}" dt="2026-03-29T12:51:31.544" v="0"/>
        <pc:sldMkLst>
          <pc:docMk/>
          <pc:sldMk cId="1196730374" sldId="284"/>
        </pc:sldMkLst>
      </pc:sldChg>
    </pc:docChg>
  </pc:docChgLst>
  <pc:docChgLst>
    <pc:chgData name="来宾用户" userId="S::urn:spo:tenantanon#140966b1-c6a2-4ee5-b296-87ed66c968a7::" providerId="AD" clId="Web-{85FFD95E-C0F4-064E-3FDC-63B522DD5EEE}"/>
    <pc:docChg chg="addSld delSld modSld">
      <pc:chgData name="来宾用户" userId="S::urn:spo:tenantanon#140966b1-c6a2-4ee5-b296-87ed66c968a7::" providerId="AD" clId="Web-{85FFD95E-C0F4-064E-3FDC-63B522DD5EEE}" dt="2026-03-29T00:40:58.296" v="586" actId="1076"/>
      <pc:docMkLst>
        <pc:docMk/>
      </pc:docMkLst>
      <pc:sldChg chg="modSp add replId">
        <pc:chgData name="来宾用户" userId="S::urn:spo:tenantanon#140966b1-c6a2-4ee5-b296-87ed66c968a7::" providerId="AD" clId="Web-{85FFD95E-C0F4-064E-3FDC-63B522DD5EEE}" dt="2026-03-28T23:25:24.023" v="23" actId="20577"/>
        <pc:sldMkLst>
          <pc:docMk/>
          <pc:sldMk cId="2022838544" sldId="278"/>
        </pc:sldMkLst>
        <pc:spChg chg="mod">
          <ac:chgData name="来宾用户" userId="S::urn:spo:tenantanon#140966b1-c6a2-4ee5-b296-87ed66c968a7::" providerId="AD" clId="Web-{85FFD95E-C0F4-064E-3FDC-63B522DD5EEE}" dt="2026-03-28T23:25:06.319" v="2" actId="20577"/>
          <ac:spMkLst>
            <pc:docMk/>
            <pc:sldMk cId="2022838544" sldId="278"/>
            <ac:spMk id="39" creationId="{30AAC4E9-C52C-ED91-FAE0-DB305444AEE3}"/>
          </ac:spMkLst>
        </pc:spChg>
        <pc:spChg chg="mod">
          <ac:chgData name="来宾用户" userId="S::urn:spo:tenantanon#140966b1-c6a2-4ee5-b296-87ed66c968a7::" providerId="AD" clId="Web-{85FFD95E-C0F4-064E-3FDC-63B522DD5EEE}" dt="2026-03-28T23:25:24.023" v="23" actId="20577"/>
          <ac:spMkLst>
            <pc:docMk/>
            <pc:sldMk cId="2022838544" sldId="278"/>
            <ac:spMk id="45" creationId="{431C1DC7-333B-00DF-AB21-AF60D1043C4F}"/>
          </ac:spMkLst>
        </pc:spChg>
        <pc:spChg chg="mod">
          <ac:chgData name="来宾用户" userId="S::urn:spo:tenantanon#140966b1-c6a2-4ee5-b296-87ed66c968a7::" providerId="AD" clId="Web-{85FFD95E-C0F4-064E-3FDC-63B522DD5EEE}" dt="2026-03-28T23:25:17.882" v="14" actId="20577"/>
          <ac:spMkLst>
            <pc:docMk/>
            <pc:sldMk cId="2022838544" sldId="278"/>
            <ac:spMk id="56" creationId="{D7746545-7312-B2AB-B472-939878D65672}"/>
          </ac:spMkLst>
        </pc:spChg>
      </pc:sldChg>
      <pc:sldChg chg="new del">
        <pc:chgData name="来宾用户" userId="S::urn:spo:tenantanon#140966b1-c6a2-4ee5-b296-87ed66c968a7::" providerId="AD" clId="Web-{85FFD95E-C0F4-064E-3FDC-63B522DD5EEE}" dt="2026-03-28T23:25:48.102" v="25"/>
        <pc:sldMkLst>
          <pc:docMk/>
          <pc:sldMk cId="565928806" sldId="279"/>
        </pc:sldMkLst>
      </pc:sldChg>
      <pc:sldChg chg="addSp delSp modSp add replId">
        <pc:chgData name="来宾用户" userId="S::urn:spo:tenantanon#140966b1-c6a2-4ee5-b296-87ed66c968a7::" providerId="AD" clId="Web-{85FFD95E-C0F4-064E-3FDC-63B522DD5EEE}" dt="2026-03-29T00:40:58.296" v="586" actId="1076"/>
        <pc:sldMkLst>
          <pc:docMk/>
          <pc:sldMk cId="3941993800" sldId="279"/>
        </pc:sldMkLst>
        <pc:spChg chg="del topLvl">
          <ac:chgData name="来宾用户" userId="S::urn:spo:tenantanon#140966b1-c6a2-4ee5-b296-87ed66c968a7::" providerId="AD" clId="Web-{85FFD95E-C0F4-064E-3FDC-63B522DD5EEE}" dt="2026-03-29T00:26:44.243" v="485"/>
          <ac:spMkLst>
            <pc:docMk/>
            <pc:sldMk cId="3941993800" sldId="279"/>
            <ac:spMk id="4" creationId="{48DECA0E-5AF9-1C02-BB48-961EB7020760}"/>
          </ac:spMkLst>
        </pc:spChg>
        <pc:spChg chg="mod topLvl">
          <ac:chgData name="来宾用户" userId="S::urn:spo:tenantanon#140966b1-c6a2-4ee5-b296-87ed66c968a7::" providerId="AD" clId="Web-{85FFD95E-C0F4-064E-3FDC-63B522DD5EEE}" dt="2026-03-29T00:40:10.655" v="580" actId="1076"/>
          <ac:spMkLst>
            <pc:docMk/>
            <pc:sldMk cId="3941993800" sldId="279"/>
            <ac:spMk id="5" creationId="{9D4E568B-FC83-90FB-1AC3-ED167642FF2A}"/>
          </ac:spMkLst>
        </pc:spChg>
        <pc:spChg chg="mod">
          <ac:chgData name="来宾用户" userId="S::urn:spo:tenantanon#140966b1-c6a2-4ee5-b296-87ed66c968a7::" providerId="AD" clId="Web-{85FFD95E-C0F4-064E-3FDC-63B522DD5EEE}" dt="2026-03-29T00:39:47.732" v="577" actId="20577"/>
          <ac:spMkLst>
            <pc:docMk/>
            <pc:sldMk cId="3941993800" sldId="279"/>
            <ac:spMk id="7" creationId="{138A4868-4FAC-9AC3-8E5C-8C12866F55DC}"/>
          </ac:spMkLst>
        </pc:spChg>
        <pc:spChg chg="del">
          <ac:chgData name="来宾用户" userId="S::urn:spo:tenantanon#140966b1-c6a2-4ee5-b296-87ed66c968a7::" providerId="AD" clId="Web-{85FFD95E-C0F4-064E-3FDC-63B522DD5EEE}" dt="2026-03-29T00:03:49.599" v="254"/>
          <ac:spMkLst>
            <pc:docMk/>
            <pc:sldMk cId="3941993800" sldId="279"/>
            <ac:spMk id="10" creationId="{0951A68F-06B3-D961-6F03-E2BB1A58E30A}"/>
          </ac:spMkLst>
        </pc:spChg>
        <pc:spChg chg="del">
          <ac:chgData name="来宾用户" userId="S::urn:spo:tenantanon#140966b1-c6a2-4ee5-b296-87ed66c968a7::" providerId="AD" clId="Web-{85FFD95E-C0F4-064E-3FDC-63B522DD5EEE}" dt="2026-03-29T00:08:33.010" v="284"/>
          <ac:spMkLst>
            <pc:docMk/>
            <pc:sldMk cId="3941993800" sldId="279"/>
            <ac:spMk id="22" creationId="{3B78CA4A-159E-EA2F-81E1-91E6C565F0D8}"/>
          </ac:spMkLst>
        </pc:spChg>
        <pc:spChg chg="del topLvl">
          <ac:chgData name="来宾用户" userId="S::urn:spo:tenantanon#140966b1-c6a2-4ee5-b296-87ed66c968a7::" providerId="AD" clId="Web-{85FFD95E-C0F4-064E-3FDC-63B522DD5EEE}" dt="2026-03-29T00:08:45.244" v="285"/>
          <ac:spMkLst>
            <pc:docMk/>
            <pc:sldMk cId="3941993800" sldId="279"/>
            <ac:spMk id="23" creationId="{A7277AB4-83FD-6ED5-86C8-DA259EF37B92}"/>
          </ac:spMkLst>
        </pc:spChg>
        <pc:spChg chg="del topLvl">
          <ac:chgData name="来宾用户" userId="S::urn:spo:tenantanon#140966b1-c6a2-4ee5-b296-87ed66c968a7::" providerId="AD" clId="Web-{85FFD95E-C0F4-064E-3FDC-63B522DD5EEE}" dt="2026-03-29T00:22:32.692" v="404"/>
          <ac:spMkLst>
            <pc:docMk/>
            <pc:sldMk cId="3941993800" sldId="279"/>
            <ac:spMk id="27" creationId="{FB70141C-3471-71BB-89E5-CD66818DD93B}"/>
          </ac:spMkLst>
        </pc:spChg>
        <pc:spChg chg="mod topLvl">
          <ac:chgData name="来宾用户" userId="S::urn:spo:tenantanon#140966b1-c6a2-4ee5-b296-87ed66c968a7::" providerId="AD" clId="Web-{85FFD95E-C0F4-064E-3FDC-63B522DD5EEE}" dt="2026-03-29T00:40:27.092" v="582" actId="1076"/>
          <ac:spMkLst>
            <pc:docMk/>
            <pc:sldMk cId="3941993800" sldId="279"/>
            <ac:spMk id="28" creationId="{CA5C7B79-CC8C-FA26-50BE-7CF40EC26D15}"/>
          </ac:spMkLst>
        </pc:spChg>
        <pc:spChg chg="mod">
          <ac:chgData name="来宾用户" userId="S::urn:spo:tenantanon#140966b1-c6a2-4ee5-b296-87ed66c968a7::" providerId="AD" clId="Web-{85FFD95E-C0F4-064E-3FDC-63B522DD5EEE}" dt="2026-03-29T00:40:49.608" v="585" actId="1076"/>
          <ac:spMkLst>
            <pc:docMk/>
            <pc:sldMk cId="3941993800" sldId="279"/>
            <ac:spMk id="30" creationId="{85F9B48D-C45A-12BC-1DFC-724774CDC837}"/>
          </ac:spMkLst>
        </pc:spChg>
        <pc:spChg chg="del topLvl">
          <ac:chgData name="来宾用户" userId="S::urn:spo:tenantanon#140966b1-c6a2-4ee5-b296-87ed66c968a7::" providerId="AD" clId="Web-{85FFD95E-C0F4-064E-3FDC-63B522DD5EEE}" dt="2026-03-29T00:21:29.972" v="393"/>
          <ac:spMkLst>
            <pc:docMk/>
            <pc:sldMk cId="3941993800" sldId="279"/>
            <ac:spMk id="31" creationId="{6EC78D58-C4C0-186A-ED31-93A6CBFE2608}"/>
          </ac:spMkLst>
        </pc:spChg>
        <pc:spChg chg="mod topLvl">
          <ac:chgData name="来宾用户" userId="S::urn:spo:tenantanon#140966b1-c6a2-4ee5-b296-87ed66c968a7::" providerId="AD" clId="Web-{85FFD95E-C0F4-064E-3FDC-63B522DD5EEE}" dt="2026-03-29T00:38:53.010" v="565"/>
          <ac:spMkLst>
            <pc:docMk/>
            <pc:sldMk cId="3941993800" sldId="279"/>
            <ac:spMk id="32" creationId="{22EEAEA1-AD44-DACD-D532-D135D358B2C1}"/>
          </ac:spMkLst>
        </pc:spChg>
        <pc:spChg chg="del mod">
          <ac:chgData name="来宾用户" userId="S::urn:spo:tenantanon#140966b1-c6a2-4ee5-b296-87ed66c968a7::" providerId="AD" clId="Web-{85FFD95E-C0F4-064E-3FDC-63B522DD5EEE}" dt="2026-03-29T00:04:56.428" v="256"/>
          <ac:spMkLst>
            <pc:docMk/>
            <pc:sldMk cId="3941993800" sldId="279"/>
            <ac:spMk id="34" creationId="{8E2F4A07-A95C-0EA0-F170-ADE512846429}"/>
          </ac:spMkLst>
        </pc:spChg>
        <pc:spChg chg="mod">
          <ac:chgData name="来宾用户" userId="S::urn:spo:tenantanon#140966b1-c6a2-4ee5-b296-87ed66c968a7::" providerId="AD" clId="Web-{85FFD95E-C0F4-064E-3FDC-63B522DD5EEE}" dt="2026-03-29T00:03:44.755" v="252" actId="20577"/>
          <ac:spMkLst>
            <pc:docMk/>
            <pc:sldMk cId="3941993800" sldId="279"/>
            <ac:spMk id="56" creationId="{35E814E7-AC6F-6214-3D68-A664B454DFB8}"/>
          </ac:spMkLst>
        </pc:spChg>
        <pc:spChg chg="add del">
          <ac:chgData name="来宾用户" userId="S::urn:spo:tenantanon#140966b1-c6a2-4ee5-b296-87ed66c968a7::" providerId="AD" clId="Web-{85FFD95E-C0F4-064E-3FDC-63B522DD5EEE}" dt="2026-03-29T00:07:14.274" v="271"/>
          <ac:spMkLst>
            <pc:docMk/>
            <pc:sldMk cId="3941993800" sldId="279"/>
            <ac:spMk id="61" creationId="{B86BE064-5CA6-1357-FD6E-FD85D8AFA04F}"/>
          </ac:spMkLst>
        </pc:spChg>
        <pc:spChg chg="del topLvl">
          <ac:chgData name="来宾用户" userId="S::urn:spo:tenantanon#140966b1-c6a2-4ee5-b296-87ed66c968a7::" providerId="AD" clId="Web-{85FFD95E-C0F4-064E-3FDC-63B522DD5EEE}" dt="2026-03-29T00:25:01.085" v="452"/>
          <ac:spMkLst>
            <pc:docMk/>
            <pc:sldMk cId="3941993800" sldId="279"/>
            <ac:spMk id="70" creationId="{8147D284-6BA7-4FF6-C45F-916E8875D818}"/>
          </ac:spMkLst>
        </pc:spChg>
        <pc:spChg chg="mod topLvl">
          <ac:chgData name="来宾用户" userId="S::urn:spo:tenantanon#140966b1-c6a2-4ee5-b296-87ed66c968a7::" providerId="AD" clId="Web-{85FFD95E-C0F4-064E-3FDC-63B522DD5EEE}" dt="2026-03-29T00:40:35.311" v="583"/>
          <ac:spMkLst>
            <pc:docMk/>
            <pc:sldMk cId="3941993800" sldId="279"/>
            <ac:spMk id="71" creationId="{4ACB859C-CF59-5C61-4BC6-4F39748EC6F3}"/>
          </ac:spMkLst>
        </pc:spChg>
        <pc:spChg chg="mod">
          <ac:chgData name="来宾用户" userId="S::urn:spo:tenantanon#140966b1-c6a2-4ee5-b296-87ed66c968a7::" providerId="AD" clId="Web-{85FFD95E-C0F4-064E-3FDC-63B522DD5EEE}" dt="2026-03-29T00:39:50.842" v="578" actId="20577"/>
          <ac:spMkLst>
            <pc:docMk/>
            <pc:sldMk cId="3941993800" sldId="279"/>
            <ac:spMk id="73" creationId="{D33896A5-3F22-0AD6-9372-A829C097C7D1}"/>
          </ac:spMkLst>
        </pc:spChg>
        <pc:spChg chg="add mod topLvl">
          <ac:chgData name="来宾用户" userId="S::urn:spo:tenantanon#140966b1-c6a2-4ee5-b296-87ed66c968a7::" providerId="AD" clId="Web-{85FFD95E-C0F4-064E-3FDC-63B522DD5EEE}" dt="2026-03-29T00:38:53.010" v="565"/>
          <ac:spMkLst>
            <pc:docMk/>
            <pc:sldMk cId="3941993800" sldId="279"/>
            <ac:spMk id="74" creationId="{158D18F3-CF62-97C7-7297-EF1ED1DD375D}"/>
          </ac:spMkLst>
        </pc:spChg>
        <pc:spChg chg="add del mod">
          <ac:chgData name="来宾用户" userId="S::urn:spo:tenantanon#140966b1-c6a2-4ee5-b296-87ed66c968a7::" providerId="AD" clId="Web-{85FFD95E-C0F4-064E-3FDC-63B522DD5EEE}" dt="2026-03-29T00:20:45.487" v="371"/>
          <ac:spMkLst>
            <pc:docMk/>
            <pc:sldMk cId="3941993800" sldId="279"/>
            <ac:spMk id="75" creationId="{A997837A-30F4-B2B1-CAAF-31CE70828017}"/>
          </ac:spMkLst>
        </pc:spChg>
        <pc:grpChg chg="add del mod">
          <ac:chgData name="来宾用户" userId="S::urn:spo:tenantanon#140966b1-c6a2-4ee5-b296-87ed66c968a7::" providerId="AD" clId="Web-{85FFD95E-C0F4-064E-3FDC-63B522DD5EEE}" dt="2026-03-29T00:26:38.571" v="484"/>
          <ac:grpSpMkLst>
            <pc:docMk/>
            <pc:sldMk cId="3941993800" sldId="279"/>
            <ac:grpSpMk id="2" creationId="{52D2D732-954A-50A9-BB7A-43643A98EE5F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9T00:39:35.185" v="572" actId="1076"/>
          <ac:grpSpMkLst>
            <pc:docMk/>
            <pc:sldMk cId="3941993800" sldId="279"/>
            <ac:grpSpMk id="3" creationId="{AB4E8093-3400-82AF-99C2-CA0FF04745A1}"/>
          </ac:grpSpMkLst>
        </pc:grpChg>
        <pc:grpChg chg="add del">
          <ac:chgData name="来宾用户" userId="S::urn:spo:tenantanon#140966b1-c6a2-4ee5-b296-87ed66c968a7::" providerId="AD" clId="Web-{85FFD95E-C0F4-064E-3FDC-63B522DD5EEE}" dt="2026-03-29T00:06:01.257" v="264"/>
          <ac:grpSpMkLst>
            <pc:docMk/>
            <pc:sldMk cId="3941993800" sldId="279"/>
            <ac:grpSpMk id="8" creationId="{8FE92FBB-6C32-A5F7-11CF-8303CE2974AF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9T00:38:53.010" v="565"/>
          <ac:grpSpMkLst>
            <pc:docMk/>
            <pc:sldMk cId="3941993800" sldId="279"/>
            <ac:grpSpMk id="13" creationId="{D8286F82-AF80-3402-E2B9-A08E7CD82CE4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9T00:38:53.010" v="565"/>
          <ac:grpSpMkLst>
            <pc:docMk/>
            <pc:sldMk cId="3941993800" sldId="279"/>
            <ac:grpSpMk id="19" creationId="{116293D5-1BA4-A388-050A-B222C99DA071}"/>
          </ac:grpSpMkLst>
        </pc:grpChg>
        <pc:grpChg chg="del mod">
          <ac:chgData name="来宾用户" userId="S::urn:spo:tenantanon#140966b1-c6a2-4ee5-b296-87ed66c968a7::" providerId="AD" clId="Web-{85FFD95E-C0F4-064E-3FDC-63B522DD5EEE}" dt="2026-03-29T00:08:45.244" v="285"/>
          <ac:grpSpMkLst>
            <pc:docMk/>
            <pc:sldMk cId="3941993800" sldId="279"/>
            <ac:grpSpMk id="24" creationId="{66A54ED8-134F-3259-F632-2005A5D37736}"/>
          </ac:grpSpMkLst>
        </pc:grpChg>
        <pc:grpChg chg="del mod">
          <ac:chgData name="来宾用户" userId="S::urn:spo:tenantanon#140966b1-c6a2-4ee5-b296-87ed66c968a7::" providerId="AD" clId="Web-{85FFD95E-C0F4-064E-3FDC-63B522DD5EEE}" dt="2026-03-29T00:22:27.786" v="403"/>
          <ac:grpSpMkLst>
            <pc:docMk/>
            <pc:sldMk cId="3941993800" sldId="279"/>
            <ac:grpSpMk id="25" creationId="{CDA94851-3407-03FA-3C53-33E02AB83D39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9T00:40:58.296" v="586" actId="1076"/>
          <ac:grpSpMkLst>
            <pc:docMk/>
            <pc:sldMk cId="3941993800" sldId="279"/>
            <ac:grpSpMk id="26" creationId="{CC4A786A-FC8B-F2CC-4D90-E1C58FD25A10}"/>
          </ac:grpSpMkLst>
        </pc:grpChg>
        <pc:grpChg chg="del mod">
          <ac:chgData name="来宾用户" userId="S::urn:spo:tenantanon#140966b1-c6a2-4ee5-b296-87ed66c968a7::" providerId="AD" clId="Web-{85FFD95E-C0F4-064E-3FDC-63B522DD5EEE}" dt="2026-03-29T00:10:46.340" v="315"/>
          <ac:grpSpMkLst>
            <pc:docMk/>
            <pc:sldMk cId="3941993800" sldId="279"/>
            <ac:grpSpMk id="33" creationId="{F2E89E76-09A1-8709-8BB1-B0666640D6E7}"/>
          </ac:grpSpMkLst>
        </pc:grpChg>
        <pc:grpChg chg="add del mod">
          <ac:chgData name="来宾用户" userId="S::urn:spo:tenantanon#140966b1-c6a2-4ee5-b296-87ed66c968a7::" providerId="AD" clId="Web-{85FFD95E-C0F4-064E-3FDC-63B522DD5EEE}" dt="2026-03-29T00:06:58.727" v="269"/>
          <ac:grpSpMkLst>
            <pc:docMk/>
            <pc:sldMk cId="3941993800" sldId="279"/>
            <ac:grpSpMk id="53" creationId="{713B9AC0-84F9-8CA1-9558-5CB9918F1B95}"/>
          </ac:grpSpMkLst>
        </pc:grpChg>
        <pc:grpChg chg="add del mod">
          <ac:chgData name="来宾用户" userId="S::urn:spo:tenantanon#140966b1-c6a2-4ee5-b296-87ed66c968a7::" providerId="AD" clId="Web-{85FFD95E-C0F4-064E-3FDC-63B522DD5EEE}" dt="2026-03-29T00:07:42.228" v="274"/>
          <ac:grpSpMkLst>
            <pc:docMk/>
            <pc:sldMk cId="3941993800" sldId="279"/>
            <ac:grpSpMk id="62" creationId="{88768CEA-9630-9693-AB91-8D51B0B12317}"/>
          </ac:grpSpMkLst>
        </pc:grpChg>
        <pc:grpChg chg="add del mod">
          <ac:chgData name="来宾用户" userId="S::urn:spo:tenantanon#140966b1-c6a2-4ee5-b296-87ed66c968a7::" providerId="AD" clId="Web-{85FFD95E-C0F4-064E-3FDC-63B522DD5EEE}" dt="2026-03-29T00:24:57.038" v="451"/>
          <ac:grpSpMkLst>
            <pc:docMk/>
            <pc:sldMk cId="3941993800" sldId="279"/>
            <ac:grpSpMk id="68" creationId="{EDF86C02-F532-F70F-461C-A6C81FE40682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9T00:39:31.623" v="571" actId="1076"/>
          <ac:grpSpMkLst>
            <pc:docMk/>
            <pc:sldMk cId="3941993800" sldId="279"/>
            <ac:grpSpMk id="69" creationId="{5FC68576-066D-DF28-F3E6-E2EC48ADE6C6}"/>
          </ac:grpSpMkLst>
        </pc:grpChg>
        <pc:grpChg chg="add del mod">
          <ac:chgData name="来宾用户" userId="S::urn:spo:tenantanon#140966b1-c6a2-4ee5-b296-87ed66c968a7::" providerId="AD" clId="Web-{85FFD95E-C0F4-064E-3FDC-63B522DD5EEE}" dt="2026-03-29T00:38:53.010" v="565"/>
          <ac:grpSpMkLst>
            <pc:docMk/>
            <pc:sldMk cId="3941993800" sldId="279"/>
            <ac:grpSpMk id="76" creationId="{22992684-D945-A74E-D58A-470C1A64E2EC}"/>
          </ac:grpSpMkLst>
        </pc:grpChg>
        <pc:picChg chg="del">
          <ac:chgData name="来宾用户" userId="S::urn:spo:tenantanon#140966b1-c6a2-4ee5-b296-87ed66c968a7::" providerId="AD" clId="Web-{85FFD95E-C0F4-064E-3FDC-63B522DD5EEE}" dt="2026-03-29T00:03:47.598" v="253"/>
          <ac:picMkLst>
            <pc:docMk/>
            <pc:sldMk cId="3941993800" sldId="279"/>
            <ac:picMk id="9" creationId="{521D9573-328F-9AAF-C3BF-27DC8840826D}"/>
          </ac:picMkLst>
        </pc:picChg>
      </pc:sldChg>
      <pc:sldChg chg="addSp delSp modSp add replId">
        <pc:chgData name="来宾用户" userId="S::urn:spo:tenantanon#140966b1-c6a2-4ee5-b296-87ed66c968a7::" providerId="AD" clId="Web-{85FFD95E-C0F4-064E-3FDC-63B522DD5EEE}" dt="2026-03-29T00:38:09.196" v="563" actId="1076"/>
        <pc:sldMkLst>
          <pc:docMk/>
          <pc:sldMk cId="1770839951" sldId="280"/>
        </pc:sldMkLst>
        <pc:spChg chg="add mod">
          <ac:chgData name="来宾用户" userId="S::urn:spo:tenantanon#140966b1-c6a2-4ee5-b296-87ed66c968a7::" providerId="AD" clId="Web-{85FFD95E-C0F4-064E-3FDC-63B522DD5EEE}" dt="2026-03-29T00:18:56.168" v="354"/>
          <ac:spMkLst>
            <pc:docMk/>
            <pc:sldMk cId="1770839951" sldId="280"/>
            <ac:spMk id="2" creationId="{7215FE03-641E-5062-3F6C-D612A7255BD6}"/>
          </ac:spMkLst>
        </pc:spChg>
        <pc:spChg chg="add mod">
          <ac:chgData name="来宾用户" userId="S::urn:spo:tenantanon#140966b1-c6a2-4ee5-b296-87ed66c968a7::" providerId="AD" clId="Web-{85FFD95E-C0F4-064E-3FDC-63B522DD5EEE}" dt="2026-03-29T00:19:02.512" v="355"/>
          <ac:spMkLst>
            <pc:docMk/>
            <pc:sldMk cId="1770839951" sldId="280"/>
            <ac:spMk id="3" creationId="{6C06AB9D-CEAB-ADE9-C34D-69B79B4CE749}"/>
          </ac:spMkLst>
        </pc:spChg>
        <pc:spChg chg="add mod">
          <ac:chgData name="来宾用户" userId="S::urn:spo:tenantanon#140966b1-c6a2-4ee5-b296-87ed66c968a7::" providerId="AD" clId="Web-{85FFD95E-C0F4-064E-3FDC-63B522DD5EEE}" dt="2026-03-29T00:38:09.196" v="563" actId="1076"/>
          <ac:spMkLst>
            <pc:docMk/>
            <pc:sldMk cId="1770839951" sldId="280"/>
            <ac:spMk id="4" creationId="{41ACFAD6-8405-01B3-04C0-39DCA0861888}"/>
          </ac:spMkLst>
        </pc:spChg>
        <pc:spChg chg="mod">
          <ac:chgData name="来宾用户" userId="S::urn:spo:tenantanon#140966b1-c6a2-4ee5-b296-87ed66c968a7::" providerId="AD" clId="Web-{85FFD95E-C0F4-064E-3FDC-63B522DD5EEE}" dt="2026-03-28T23:43:54.240" v="121" actId="20577"/>
          <ac:spMkLst>
            <pc:docMk/>
            <pc:sldMk cId="1770839951" sldId="280"/>
            <ac:spMk id="7" creationId="{CE905671-F475-2DEA-076C-C7907492A2AD}"/>
          </ac:spMkLst>
        </pc:spChg>
        <pc:spChg chg="del">
          <ac:chgData name="来宾用户" userId="S::urn:spo:tenantanon#140966b1-c6a2-4ee5-b296-87ed66c968a7::" providerId="AD" clId="Web-{85FFD95E-C0F4-064E-3FDC-63B522DD5EEE}" dt="2026-03-28T23:33:36.754" v="56"/>
          <ac:spMkLst>
            <pc:docMk/>
            <pc:sldMk cId="1770839951" sldId="280"/>
            <ac:spMk id="10" creationId="{6ED3779E-A613-9EB7-4EE0-6084E525D960}"/>
          </ac:spMkLst>
        </pc:spChg>
        <pc:spChg chg="mod">
          <ac:chgData name="来宾用户" userId="S::urn:spo:tenantanon#140966b1-c6a2-4ee5-b296-87ed66c968a7::" providerId="AD" clId="Web-{85FFD95E-C0F4-064E-3FDC-63B522DD5EEE}" dt="2026-03-28T23:43:58.959" v="123" actId="20577"/>
          <ac:spMkLst>
            <pc:docMk/>
            <pc:sldMk cId="1770839951" sldId="280"/>
            <ac:spMk id="12" creationId="{25889C6E-71E8-B80B-5505-B6A33D292390}"/>
          </ac:spMkLst>
        </pc:spChg>
        <pc:spChg chg="add mod">
          <ac:chgData name="来宾用户" userId="S::urn:spo:tenantanon#140966b1-c6a2-4ee5-b296-87ed66c968a7::" providerId="AD" clId="Web-{85FFD95E-C0F4-064E-3FDC-63B522DD5EEE}" dt="2026-03-29T00:19:16.434" v="357"/>
          <ac:spMkLst>
            <pc:docMk/>
            <pc:sldMk cId="1770839951" sldId="280"/>
            <ac:spMk id="16" creationId="{58DF0B71-9773-2C4D-27FC-4507059251CE}"/>
          </ac:spMkLst>
        </pc:spChg>
        <pc:spChg chg="add del mod topLvl">
          <ac:chgData name="来宾用户" userId="S::urn:spo:tenantanon#140966b1-c6a2-4ee5-b296-87ed66c968a7::" providerId="AD" clId="Web-{85FFD95E-C0F4-064E-3FDC-63B522DD5EEE}" dt="2026-03-29T00:14:12.389" v="334"/>
          <ac:spMkLst>
            <pc:docMk/>
            <pc:sldMk cId="1770839951" sldId="280"/>
            <ac:spMk id="17" creationId="{AE33E6FD-F7CE-E13D-722A-13AC52AFE4D9}"/>
          </ac:spMkLst>
        </pc:spChg>
        <pc:spChg chg="mod">
          <ac:chgData name="来宾用户" userId="S::urn:spo:tenantanon#140966b1-c6a2-4ee5-b296-87ed66c968a7::" providerId="AD" clId="Web-{85FFD95E-C0F4-064E-3FDC-63B522DD5EEE}" dt="2026-03-29T00:16:36.475" v="350" actId="1076"/>
          <ac:spMkLst>
            <pc:docMk/>
            <pc:sldMk cId="1770839951" sldId="280"/>
            <ac:spMk id="21" creationId="{C316FF74-4170-ADD4-A50D-42C11F2FEAD5}"/>
          </ac:spMkLst>
        </pc:spChg>
        <pc:spChg chg="del mod topLvl">
          <ac:chgData name="来宾用户" userId="S::urn:spo:tenantanon#140966b1-c6a2-4ee5-b296-87ed66c968a7::" providerId="AD" clId="Web-{85FFD95E-C0F4-064E-3FDC-63B522DD5EEE}" dt="2026-03-28T23:36:19.350" v="70"/>
          <ac:spMkLst>
            <pc:docMk/>
            <pc:sldMk cId="1770839951" sldId="280"/>
            <ac:spMk id="22" creationId="{C7BD6E3E-BB9E-33D2-B1DC-D034DA642840}"/>
          </ac:spMkLst>
        </pc:spChg>
        <pc:spChg chg="del mod topLvl">
          <ac:chgData name="来宾用户" userId="S::urn:spo:tenantanon#140966b1-c6a2-4ee5-b296-87ed66c968a7::" providerId="AD" clId="Web-{85FFD95E-C0F4-064E-3FDC-63B522DD5EEE}" dt="2026-03-28T23:36:16.881" v="69"/>
          <ac:spMkLst>
            <pc:docMk/>
            <pc:sldMk cId="1770839951" sldId="280"/>
            <ac:spMk id="23" creationId="{9187D916-3774-17E2-DA92-582BF414AABD}"/>
          </ac:spMkLst>
        </pc:spChg>
        <pc:spChg chg="del topLvl">
          <ac:chgData name="来宾用户" userId="S::urn:spo:tenantanon#140966b1-c6a2-4ee5-b296-87ed66c968a7::" providerId="AD" clId="Web-{85FFD95E-C0F4-064E-3FDC-63B522DD5EEE}" dt="2026-03-28T23:36:38.616" v="75"/>
          <ac:spMkLst>
            <pc:docMk/>
            <pc:sldMk cId="1770839951" sldId="280"/>
            <ac:spMk id="27" creationId="{595A2522-E2BA-CE2F-4C42-625BDA192718}"/>
          </ac:spMkLst>
        </pc:spChg>
        <pc:spChg chg="del topLvl">
          <ac:chgData name="来宾用户" userId="S::urn:spo:tenantanon#140966b1-c6a2-4ee5-b296-87ed66c968a7::" providerId="AD" clId="Web-{85FFD95E-C0F4-064E-3FDC-63B522DD5EEE}" dt="2026-03-28T23:36:38.616" v="74"/>
          <ac:spMkLst>
            <pc:docMk/>
            <pc:sldMk cId="1770839951" sldId="280"/>
            <ac:spMk id="28" creationId="{CD58DB46-C1E7-0A9C-C1ED-807207BECF16}"/>
          </ac:spMkLst>
        </pc:spChg>
        <pc:spChg chg="del mod topLvl">
          <ac:chgData name="来宾用户" userId="S::urn:spo:tenantanon#140966b1-c6a2-4ee5-b296-87ed66c968a7::" providerId="AD" clId="Web-{85FFD95E-C0F4-064E-3FDC-63B522DD5EEE}" dt="2026-03-28T23:36:06.178" v="67"/>
          <ac:spMkLst>
            <pc:docMk/>
            <pc:sldMk cId="1770839951" sldId="280"/>
            <ac:spMk id="31" creationId="{258BA14F-1165-9A4C-B13A-D7E05FCB5A62}"/>
          </ac:spMkLst>
        </pc:spChg>
        <pc:spChg chg="del topLvl">
          <ac:chgData name="来宾用户" userId="S::urn:spo:tenantanon#140966b1-c6a2-4ee5-b296-87ed66c968a7::" providerId="AD" clId="Web-{85FFD95E-C0F4-064E-3FDC-63B522DD5EEE}" dt="2026-03-28T23:36:02.194" v="65"/>
          <ac:spMkLst>
            <pc:docMk/>
            <pc:sldMk cId="1770839951" sldId="280"/>
            <ac:spMk id="32" creationId="{0B12556F-8772-5D0C-AA79-0256E3D8AD91}"/>
          </ac:spMkLst>
        </pc:spChg>
        <pc:spChg chg="del mod">
          <ac:chgData name="来宾用户" userId="S::urn:spo:tenantanon#140966b1-c6a2-4ee5-b296-87ed66c968a7::" providerId="AD" clId="Web-{85FFD95E-C0F4-064E-3FDC-63B522DD5EEE}" dt="2026-03-28T23:34:20.161" v="61"/>
          <ac:spMkLst>
            <pc:docMk/>
            <pc:sldMk cId="1770839951" sldId="280"/>
            <ac:spMk id="34" creationId="{6E1FEBFC-AA4D-88AB-3415-1E2A42A449AB}"/>
          </ac:spMkLst>
        </pc:spChg>
        <pc:spChg chg="mod">
          <ac:chgData name="来宾用户" userId="S::urn:spo:tenantanon#140966b1-c6a2-4ee5-b296-87ed66c968a7::" providerId="AD" clId="Web-{85FFD95E-C0F4-064E-3FDC-63B522DD5EEE}" dt="2026-03-28T23:33:32.004" v="54" actId="20577"/>
          <ac:spMkLst>
            <pc:docMk/>
            <pc:sldMk cId="1770839951" sldId="280"/>
            <ac:spMk id="56" creationId="{980D129E-1310-BC04-6F41-869EDB0346E3}"/>
          </ac:spMkLst>
        </pc:spChg>
        <pc:grpChg chg="add mod">
          <ac:chgData name="来宾用户" userId="S::urn:spo:tenantanon#140966b1-c6a2-4ee5-b296-87ed66c968a7::" providerId="AD" clId="Web-{85FFD95E-C0F4-064E-3FDC-63B522DD5EEE}" dt="2026-03-28T23:39:12.490" v="92" actId="1076"/>
          <ac:grpSpMkLst>
            <pc:docMk/>
            <pc:sldMk cId="1770839951" sldId="280"/>
            <ac:grpSpMk id="5" creationId="{13B24584-C50E-D766-A26F-BA7467D8EB4F}"/>
          </ac:grpSpMkLst>
        </pc:grpChg>
        <pc:grpChg chg="add del mod topLvl">
          <ac:chgData name="来宾用户" userId="S::urn:spo:tenantanon#140966b1-c6a2-4ee5-b296-87ed66c968a7::" providerId="AD" clId="Web-{85FFD95E-C0F4-064E-3FDC-63B522DD5EEE}" dt="2026-03-29T00:14:23.578" v="336"/>
          <ac:grpSpMkLst>
            <pc:docMk/>
            <pc:sldMk cId="1770839951" sldId="280"/>
            <ac:grpSpMk id="8" creationId="{CEAFAB35-21D6-C176-F2F1-D4E97CA27662}"/>
          </ac:grpSpMkLst>
        </pc:grpChg>
        <pc:grpChg chg="topLvl">
          <ac:chgData name="来宾用户" userId="S::urn:spo:tenantanon#140966b1-c6a2-4ee5-b296-87ed66c968a7::" providerId="AD" clId="Web-{85FFD95E-C0F4-064E-3FDC-63B522DD5EEE}" dt="2026-03-28T23:36:11.709" v="68"/>
          <ac:grpSpMkLst>
            <pc:docMk/>
            <pc:sldMk cId="1770839951" sldId="280"/>
            <ac:grpSpMk id="13" creationId="{B6E455C0-C1D6-389E-D76E-5302E9EFD1B1}"/>
          </ac:grpSpMkLst>
        </pc:grpChg>
        <pc:grpChg chg="add">
          <ac:chgData name="来宾用户" userId="S::urn:spo:tenantanon#140966b1-c6a2-4ee5-b296-87ed66c968a7::" providerId="AD" clId="Web-{85FFD95E-C0F4-064E-3FDC-63B522DD5EEE}" dt="2026-03-28T23:42:12.814" v="117"/>
          <ac:grpSpMkLst>
            <pc:docMk/>
            <pc:sldMk cId="1770839951" sldId="280"/>
            <ac:grpSpMk id="18" creationId="{B6F2A69E-5483-335B-043A-AC8093CF1186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8T23:36:29.335" v="72" actId="1076"/>
          <ac:grpSpMkLst>
            <pc:docMk/>
            <pc:sldMk cId="1770839951" sldId="280"/>
            <ac:grpSpMk id="19" creationId="{02856B02-2B37-B329-562B-0A6011678F6C}"/>
          </ac:grpSpMkLst>
        </pc:grpChg>
        <pc:grpChg chg="del mod">
          <ac:chgData name="来宾用户" userId="S::urn:spo:tenantanon#140966b1-c6a2-4ee5-b296-87ed66c968a7::" providerId="AD" clId="Web-{85FFD95E-C0F4-064E-3FDC-63B522DD5EEE}" dt="2026-03-28T23:36:11.709" v="68"/>
          <ac:grpSpMkLst>
            <pc:docMk/>
            <pc:sldMk cId="1770839951" sldId="280"/>
            <ac:grpSpMk id="24" creationId="{A5127208-3EC5-C97D-AFCB-B579C849580C}"/>
          </ac:grpSpMkLst>
        </pc:grpChg>
        <pc:grpChg chg="del">
          <ac:chgData name="来宾用户" userId="S::urn:spo:tenantanon#140966b1-c6a2-4ee5-b296-87ed66c968a7::" providerId="AD" clId="Web-{85FFD95E-C0F4-064E-3FDC-63B522DD5EEE}" dt="2026-03-28T23:36:36.116" v="73"/>
          <ac:grpSpMkLst>
            <pc:docMk/>
            <pc:sldMk cId="1770839951" sldId="280"/>
            <ac:grpSpMk id="25" creationId="{1FF73FA8-3CDC-DB5B-45CC-7D3886C00225}"/>
          </ac:grpSpMkLst>
        </pc:grpChg>
        <pc:grpChg chg="mod topLvl">
          <ac:chgData name="来宾用户" userId="S::urn:spo:tenantanon#140966b1-c6a2-4ee5-b296-87ed66c968a7::" providerId="AD" clId="Web-{85FFD95E-C0F4-064E-3FDC-63B522DD5EEE}" dt="2026-03-28T23:36:44.616" v="76" actId="1076"/>
          <ac:grpSpMkLst>
            <pc:docMk/>
            <pc:sldMk cId="1770839951" sldId="280"/>
            <ac:grpSpMk id="26" creationId="{523CAFA7-A62E-0A86-B06F-4EB08D39173D}"/>
          </ac:grpSpMkLst>
        </pc:grpChg>
        <pc:grpChg chg="del mod">
          <ac:chgData name="来宾用户" userId="S::urn:spo:tenantanon#140966b1-c6a2-4ee5-b296-87ed66c968a7::" providerId="AD" clId="Web-{85FFD95E-C0F4-064E-3FDC-63B522DD5EEE}" dt="2026-03-28T23:35:58.116" v="64"/>
          <ac:grpSpMkLst>
            <pc:docMk/>
            <pc:sldMk cId="1770839951" sldId="280"/>
            <ac:grpSpMk id="33" creationId="{A9E3A1A0-14C3-9C32-7C48-E194388310E6}"/>
          </ac:grpSpMkLst>
        </pc:grpChg>
        <pc:grpChg chg="add">
          <ac:chgData name="来宾用户" userId="S::urn:spo:tenantanon#140966b1-c6a2-4ee5-b296-87ed66c968a7::" providerId="AD" clId="Web-{85FFD95E-C0F4-064E-3FDC-63B522DD5EEE}" dt="2026-03-28T23:42:33.518" v="118"/>
          <ac:grpSpMkLst>
            <pc:docMk/>
            <pc:sldMk cId="1770839951" sldId="280"/>
            <ac:grpSpMk id="53" creationId="{6E4D3D1A-2954-49D5-584E-605068F9E0BD}"/>
          </ac:grpSpMkLst>
        </pc:grpChg>
        <pc:grpChg chg="add mod">
          <ac:chgData name="来宾用户" userId="S::urn:spo:tenantanon#140966b1-c6a2-4ee5-b296-87ed66c968a7::" providerId="AD" clId="Web-{85FFD95E-C0F4-064E-3FDC-63B522DD5EEE}" dt="2026-03-29T00:37:44.695" v="559" actId="14100"/>
          <ac:grpSpMkLst>
            <pc:docMk/>
            <pc:sldMk cId="1770839951" sldId="280"/>
            <ac:grpSpMk id="54" creationId="{919BBD8B-452D-B1D3-DC78-0D15839719D0}"/>
          </ac:grpSpMkLst>
        </pc:grpChg>
        <pc:grpChg chg="add mod">
          <ac:chgData name="来宾用户" userId="S::urn:spo:tenantanon#140966b1-c6a2-4ee5-b296-87ed66c968a7::" providerId="AD" clId="Web-{85FFD95E-C0F4-064E-3FDC-63B522DD5EEE}" dt="2026-03-29T00:15:43.348" v="345" actId="1076"/>
          <ac:grpSpMkLst>
            <pc:docMk/>
            <pc:sldMk cId="1770839951" sldId="280"/>
            <ac:grpSpMk id="55" creationId="{E0D31DCE-DB5B-2363-7ADB-E244C5B7DEF5}"/>
          </ac:grpSpMkLst>
        </pc:grpChg>
        <pc:grpChg chg="add del">
          <ac:chgData name="来宾用户" userId="S::urn:spo:tenantanon#140966b1-c6a2-4ee5-b296-87ed66c968a7::" providerId="AD" clId="Web-{85FFD95E-C0F4-064E-3FDC-63B522DD5EEE}" dt="2026-03-29T00:14:12.389" v="334"/>
          <ac:grpSpMkLst>
            <pc:docMk/>
            <pc:sldMk cId="1770839951" sldId="280"/>
            <ac:grpSpMk id="57" creationId="{D20B17E0-3E73-7536-D68C-3CB34FED6778}"/>
          </ac:grpSpMkLst>
        </pc:grpChg>
        <pc:picChg chg="del">
          <ac:chgData name="来宾用户" userId="S::urn:spo:tenantanon#140966b1-c6a2-4ee5-b296-87ed66c968a7::" providerId="AD" clId="Web-{85FFD95E-C0F4-064E-3FDC-63B522DD5EEE}" dt="2026-03-28T23:33:34.473" v="55"/>
          <ac:picMkLst>
            <pc:docMk/>
            <pc:sldMk cId="1770839951" sldId="280"/>
            <ac:picMk id="9" creationId="{7ADF9145-1956-2811-93D5-D79CFD94F965}"/>
          </ac:picMkLst>
        </pc:picChg>
      </pc:sldChg>
      <pc:sldChg chg="add del replId">
        <pc:chgData name="来宾用户" userId="S::urn:spo:tenantanon#140966b1-c6a2-4ee5-b296-87ed66c968a7::" providerId="AD" clId="Web-{85FFD95E-C0F4-064E-3FDC-63B522DD5EEE}" dt="2026-03-29T00:02:30.393" v="243"/>
        <pc:sldMkLst>
          <pc:docMk/>
          <pc:sldMk cId="2837072003" sldId="281"/>
        </pc:sldMkLst>
      </pc:sldChg>
      <pc:sldChg chg="delSp modSp add replId">
        <pc:chgData name="来宾用户" userId="S::urn:spo:tenantanon#140966b1-c6a2-4ee5-b296-87ed66c968a7::" providerId="AD" clId="Web-{85FFD95E-C0F4-064E-3FDC-63B522DD5EEE}" dt="2026-03-29T00:19:31.981" v="359"/>
        <pc:sldMkLst>
          <pc:docMk/>
          <pc:sldMk cId="2144773615" sldId="282"/>
        </pc:sldMkLst>
        <pc:spChg chg="mod">
          <ac:chgData name="来宾用户" userId="S::urn:spo:tenantanon#140966b1-c6a2-4ee5-b296-87ed66c968a7::" providerId="AD" clId="Web-{85FFD95E-C0F4-064E-3FDC-63B522DD5EEE}" dt="2026-03-29T00:19:27.809" v="358"/>
          <ac:spMkLst>
            <pc:docMk/>
            <pc:sldMk cId="2144773615" sldId="282"/>
            <ac:spMk id="2" creationId="{2EA1D9D6-84CE-282D-8D58-CCCBCF836484}"/>
          </ac:spMkLst>
        </pc:spChg>
        <pc:spChg chg="mod">
          <ac:chgData name="来宾用户" userId="S::urn:spo:tenantanon#140966b1-c6a2-4ee5-b296-87ed66c968a7::" providerId="AD" clId="Web-{85FFD95E-C0F4-064E-3FDC-63B522DD5EEE}" dt="2026-03-29T00:19:31.981" v="359"/>
          <ac:spMkLst>
            <pc:docMk/>
            <pc:sldMk cId="2144773615" sldId="282"/>
            <ac:spMk id="3" creationId="{32FFADB6-3FC3-9D2C-4858-997793EC5B2C}"/>
          </ac:spMkLst>
        </pc:spChg>
        <pc:spChg chg="mod">
          <ac:chgData name="来宾用户" userId="S::urn:spo:tenantanon#140966b1-c6a2-4ee5-b296-87ed66c968a7::" providerId="AD" clId="Web-{85FFD95E-C0F4-064E-3FDC-63B522DD5EEE}" dt="2026-03-28T23:46:35.463" v="140" actId="1076"/>
          <ac:spMkLst>
            <pc:docMk/>
            <pc:sldMk cId="2144773615" sldId="282"/>
            <ac:spMk id="14" creationId="{D3870056-ABE8-CC79-028A-E40648C2C451}"/>
          </ac:spMkLst>
        </pc:spChg>
        <pc:spChg chg="mod">
          <ac:chgData name="来宾用户" userId="S::urn:spo:tenantanon#140966b1-c6a2-4ee5-b296-87ed66c968a7::" providerId="AD" clId="Web-{85FFD95E-C0F4-064E-3FDC-63B522DD5EEE}" dt="2026-03-28T23:46:58.261" v="141" actId="1076"/>
          <ac:spMkLst>
            <pc:docMk/>
            <pc:sldMk cId="2144773615" sldId="282"/>
            <ac:spMk id="15" creationId="{713C1930-F463-31F9-1CC7-AC3EE441CF3F}"/>
          </ac:spMkLst>
        </pc:spChg>
        <pc:spChg chg="mod">
          <ac:chgData name="来宾用户" userId="S::urn:spo:tenantanon#140966b1-c6a2-4ee5-b296-87ed66c968a7::" providerId="AD" clId="Web-{85FFD95E-C0F4-064E-3FDC-63B522DD5EEE}" dt="2026-03-28T23:45:28.993" v="131" actId="20577"/>
          <ac:spMkLst>
            <pc:docMk/>
            <pc:sldMk cId="2144773615" sldId="282"/>
            <ac:spMk id="56" creationId="{9C4D95A4-DA19-E3BF-6660-2B8E9FE75D5D}"/>
          </ac:spMkLst>
        </pc:spChg>
        <pc:grpChg chg="mod">
          <ac:chgData name="来宾用户" userId="S::urn:spo:tenantanon#140966b1-c6a2-4ee5-b296-87ed66c968a7::" providerId="AD" clId="Web-{85FFD95E-C0F4-064E-3FDC-63B522DD5EEE}" dt="2026-03-28T23:48:53.903" v="164" actId="1076"/>
          <ac:grpSpMkLst>
            <pc:docMk/>
            <pc:sldMk cId="2144773615" sldId="282"/>
            <ac:grpSpMk id="18" creationId="{EC2ED678-7A56-717B-64C4-556E9EBB2990}"/>
          </ac:grpSpMkLst>
        </pc:grpChg>
        <pc:grpChg chg="mod">
          <ac:chgData name="来宾用户" userId="S::urn:spo:tenantanon#140966b1-c6a2-4ee5-b296-87ed66c968a7::" providerId="AD" clId="Web-{85FFD95E-C0F4-064E-3FDC-63B522DD5EEE}" dt="2026-03-28T23:49:06.701" v="166" actId="14100"/>
          <ac:grpSpMkLst>
            <pc:docMk/>
            <pc:sldMk cId="2144773615" sldId="282"/>
            <ac:grpSpMk id="53" creationId="{9B78B7EC-C9DA-23ED-68FC-0F0D5510BEF5}"/>
          </ac:grpSpMkLst>
        </pc:grpChg>
        <pc:grpChg chg="del">
          <ac:chgData name="来宾用户" userId="S::urn:spo:tenantanon#140966b1-c6a2-4ee5-b296-87ed66c968a7::" providerId="AD" clId="Web-{85FFD95E-C0F4-064E-3FDC-63B522DD5EEE}" dt="2026-03-28T23:45:55.025" v="132"/>
          <ac:grpSpMkLst>
            <pc:docMk/>
            <pc:sldMk cId="2144773615" sldId="282"/>
            <ac:grpSpMk id="54" creationId="{B954E0CF-EFAD-7964-EE14-E9600507FDB0}"/>
          </ac:grpSpMkLst>
        </pc:grpChg>
        <pc:grpChg chg="del">
          <ac:chgData name="来宾用户" userId="S::urn:spo:tenantanon#140966b1-c6a2-4ee5-b296-87ed66c968a7::" providerId="AD" clId="Web-{85FFD95E-C0F4-064E-3FDC-63B522DD5EEE}" dt="2026-03-28T23:45:57.462" v="133"/>
          <ac:grpSpMkLst>
            <pc:docMk/>
            <pc:sldMk cId="2144773615" sldId="282"/>
            <ac:grpSpMk id="55" creationId="{350794BE-1C70-07AC-8ADD-AC6582ABF1BB}"/>
          </ac:grpSpMkLst>
        </pc:grpChg>
        <pc:grpChg chg="del">
          <ac:chgData name="来宾用户" userId="S::urn:spo:tenantanon#140966b1-c6a2-4ee5-b296-87ed66c968a7::" providerId="AD" clId="Web-{85FFD95E-C0F4-064E-3FDC-63B522DD5EEE}" dt="2026-03-28T23:46:00.884" v="134"/>
          <ac:grpSpMkLst>
            <pc:docMk/>
            <pc:sldMk cId="2144773615" sldId="282"/>
            <ac:grpSpMk id="57" creationId="{AFA5E00F-BC4D-513B-9AA7-C630F5980B9C}"/>
          </ac:grpSpMkLst>
        </pc:grpChg>
      </pc:sldChg>
      <pc:sldChg chg="addSp delSp modSp add replId">
        <pc:chgData name="来宾用户" userId="S::urn:spo:tenantanon#140966b1-c6a2-4ee5-b296-87ed66c968a7::" providerId="AD" clId="Web-{85FFD95E-C0F4-064E-3FDC-63B522DD5EEE}" dt="2026-03-29T00:20:08.326" v="365"/>
        <pc:sldMkLst>
          <pc:docMk/>
          <pc:sldMk cId="3533270010" sldId="283"/>
        </pc:sldMkLst>
        <pc:spChg chg="mod">
          <ac:chgData name="来宾用户" userId="S::urn:spo:tenantanon#140966b1-c6a2-4ee5-b296-87ed66c968a7::" providerId="AD" clId="Web-{85FFD95E-C0F4-064E-3FDC-63B522DD5EEE}" dt="2026-03-29T00:19:47.716" v="360"/>
          <ac:spMkLst>
            <pc:docMk/>
            <pc:sldMk cId="3533270010" sldId="283"/>
            <ac:spMk id="2" creationId="{54415B04-589B-6D2F-AB57-334D84BDB184}"/>
          </ac:spMkLst>
        </pc:spChg>
        <pc:spChg chg="mod">
          <ac:chgData name="来宾用户" userId="S::urn:spo:tenantanon#140966b1-c6a2-4ee5-b296-87ed66c968a7::" providerId="AD" clId="Web-{85FFD95E-C0F4-064E-3FDC-63B522DD5EEE}" dt="2026-03-29T00:19:51.076" v="361"/>
          <ac:spMkLst>
            <pc:docMk/>
            <pc:sldMk cId="3533270010" sldId="283"/>
            <ac:spMk id="3" creationId="{5BE4104D-23DC-BC77-A344-9FABB765747E}"/>
          </ac:spMkLst>
        </pc:spChg>
        <pc:spChg chg="mod">
          <ac:chgData name="来宾用户" userId="S::urn:spo:tenantanon#140966b1-c6a2-4ee5-b296-87ed66c968a7::" providerId="AD" clId="Web-{85FFD95E-C0F4-064E-3FDC-63B522DD5EEE}" dt="2026-03-29T00:19:55.326" v="362"/>
          <ac:spMkLst>
            <pc:docMk/>
            <pc:sldMk cId="3533270010" sldId="283"/>
            <ac:spMk id="4" creationId="{EA8A3F05-8A73-FD27-C4CF-57173C5F8D8B}"/>
          </ac:spMkLst>
        </pc:spChg>
        <pc:spChg chg="mod">
          <ac:chgData name="来宾用户" userId="S::urn:spo:tenantanon#140966b1-c6a2-4ee5-b296-87ed66c968a7::" providerId="AD" clId="Web-{85FFD95E-C0F4-064E-3FDC-63B522DD5EEE}" dt="2026-03-28T23:59:48.591" v="235" actId="14100"/>
          <ac:spMkLst>
            <pc:docMk/>
            <pc:sldMk cId="3533270010" sldId="283"/>
            <ac:spMk id="6" creationId="{F7379F64-BE80-BAA2-0293-0BE01157A71A}"/>
          </ac:spMkLst>
        </pc:spChg>
        <pc:spChg chg="mod">
          <ac:chgData name="来宾用户" userId="S::urn:spo:tenantanon#140966b1-c6a2-4ee5-b296-87ed66c968a7::" providerId="AD" clId="Web-{85FFD95E-C0F4-064E-3FDC-63B522DD5EEE}" dt="2026-03-29T00:19:59.373" v="363"/>
          <ac:spMkLst>
            <pc:docMk/>
            <pc:sldMk cId="3533270010" sldId="283"/>
            <ac:spMk id="16" creationId="{75B6830A-9A19-90E0-8486-CF7A5A8A8004}"/>
          </ac:spMkLst>
        </pc:spChg>
        <pc:spChg chg="mod">
          <ac:chgData name="来宾用户" userId="S::urn:spo:tenantanon#140966b1-c6a2-4ee5-b296-87ed66c968a7::" providerId="AD" clId="Web-{85FFD95E-C0F4-064E-3FDC-63B522DD5EEE}" dt="2026-03-29T00:20:03.951" v="364"/>
          <ac:spMkLst>
            <pc:docMk/>
            <pc:sldMk cId="3533270010" sldId="283"/>
            <ac:spMk id="17" creationId="{D5284622-F62F-ABB0-93D8-3F795DE5A045}"/>
          </ac:spMkLst>
        </pc:spChg>
        <pc:spChg chg="mod">
          <ac:chgData name="来宾用户" userId="S::urn:spo:tenantanon#140966b1-c6a2-4ee5-b296-87ed66c968a7::" providerId="AD" clId="Web-{85FFD95E-C0F4-064E-3FDC-63B522DD5EEE}" dt="2026-03-29T00:20:08.326" v="365"/>
          <ac:spMkLst>
            <pc:docMk/>
            <pc:sldMk cId="3533270010" sldId="283"/>
            <ac:spMk id="28" creationId="{DEC23E35-993F-3BA2-E194-C09766B5DBDD}"/>
          </ac:spMkLst>
        </pc:spChg>
        <pc:spChg chg="mod">
          <ac:chgData name="来宾用户" userId="S::urn:spo:tenantanon#140966b1-c6a2-4ee5-b296-87ed66c968a7::" providerId="AD" clId="Web-{85FFD95E-C0F4-064E-3FDC-63B522DD5EEE}" dt="2026-03-28T23:55:05.244" v="214" actId="20577"/>
          <ac:spMkLst>
            <pc:docMk/>
            <pc:sldMk cId="3533270010" sldId="283"/>
            <ac:spMk id="32" creationId="{CA1300FC-DDD7-EA4F-3B82-A623E13A6923}"/>
          </ac:spMkLst>
        </pc:spChg>
        <pc:spChg chg="mod">
          <ac:chgData name="来宾用户" userId="S::urn:spo:tenantanon#140966b1-c6a2-4ee5-b296-87ed66c968a7::" providerId="AD" clId="Web-{85FFD95E-C0F4-064E-3FDC-63B522DD5EEE}" dt="2026-03-28T23:50:27.139" v="174" actId="20577"/>
          <ac:spMkLst>
            <pc:docMk/>
            <pc:sldMk cId="3533270010" sldId="283"/>
            <ac:spMk id="56" creationId="{3D3E078D-ACE3-2687-69C0-79D084AB145E}"/>
          </ac:spMkLst>
        </pc:spChg>
        <pc:grpChg chg="add del mod">
          <ac:chgData name="来宾用户" userId="S::urn:spo:tenantanon#140966b1-c6a2-4ee5-b296-87ed66c968a7::" providerId="AD" clId="Web-{85FFD95E-C0F4-064E-3FDC-63B522DD5EEE}" dt="2026-03-28T23:54:46.461" v="211"/>
          <ac:grpSpMkLst>
            <pc:docMk/>
            <pc:sldMk cId="3533270010" sldId="283"/>
            <ac:grpSpMk id="9" creationId="{83DF504C-7946-6929-94F1-64F6D734BC20}"/>
          </ac:grpSpMkLst>
        </pc:grpChg>
        <pc:grpChg chg="mod">
          <ac:chgData name="来宾用户" userId="S::urn:spo:tenantanon#140966b1-c6a2-4ee5-b296-87ed66c968a7::" providerId="AD" clId="Web-{85FFD95E-C0F4-064E-3FDC-63B522DD5EEE}" dt="2026-03-28T23:54:08.363" v="206" actId="1076"/>
          <ac:grpSpMkLst>
            <pc:docMk/>
            <pc:sldMk cId="3533270010" sldId="283"/>
            <ac:grpSpMk id="18" creationId="{C50E13E2-D7D5-1CD5-6A0C-387BBBC59C55}"/>
          </ac:grpSpMkLst>
        </pc:grpChg>
        <pc:grpChg chg="add mod">
          <ac:chgData name="来宾用户" userId="S::urn:spo:tenantanon#140966b1-c6a2-4ee5-b296-87ed66c968a7::" providerId="AD" clId="Web-{85FFD95E-C0F4-064E-3FDC-63B522DD5EEE}" dt="2026-03-28T23:59:59.170" v="236" actId="1076"/>
          <ac:grpSpMkLst>
            <pc:docMk/>
            <pc:sldMk cId="3533270010" sldId="283"/>
            <ac:grpSpMk id="25" creationId="{55BB6FF8-D1B3-660A-6D28-54FA14D4C06D}"/>
          </ac:grpSpMkLst>
        </pc:grpChg>
        <pc:grpChg chg="mod">
          <ac:chgData name="来宾用户" userId="S::urn:spo:tenantanon#140966b1-c6a2-4ee5-b296-87ed66c968a7::" providerId="AD" clId="Web-{85FFD95E-C0F4-064E-3FDC-63B522DD5EEE}" dt="2026-03-28T23:54:13.785" v="207" actId="1076"/>
          <ac:grpSpMkLst>
            <pc:docMk/>
            <pc:sldMk cId="3533270010" sldId="283"/>
            <ac:grpSpMk id="53" creationId="{619601D9-F4C8-D997-6954-6A8594BE3806}"/>
          </ac:grpSpMkLst>
        </pc:grpChg>
        <pc:grpChg chg="mod">
          <ac:chgData name="来宾用户" userId="S::urn:spo:tenantanon#140966b1-c6a2-4ee5-b296-87ed66c968a7::" providerId="AD" clId="Web-{85FFD95E-C0F4-064E-3FDC-63B522DD5EEE}" dt="2026-03-28T23:54:20.114" v="208" actId="1076"/>
          <ac:grpSpMkLst>
            <pc:docMk/>
            <pc:sldMk cId="3533270010" sldId="283"/>
            <ac:grpSpMk id="54" creationId="{CFAB2D13-D8C0-DA84-CC4D-A3B0341C031D}"/>
          </ac:grpSpMkLst>
        </pc:grpChg>
        <pc:grpChg chg="mod">
          <ac:chgData name="来宾用户" userId="S::urn:spo:tenantanon#140966b1-c6a2-4ee5-b296-87ed66c968a7::" providerId="AD" clId="Web-{85FFD95E-C0F4-064E-3FDC-63B522DD5EEE}" dt="2026-03-28T23:54:28.021" v="209" actId="1076"/>
          <ac:grpSpMkLst>
            <pc:docMk/>
            <pc:sldMk cId="3533270010" sldId="283"/>
            <ac:grpSpMk id="55" creationId="{5A733D78-3993-5E11-D577-9A15EE6B057C}"/>
          </ac:grpSpMkLst>
        </pc:grpChg>
        <pc:grpChg chg="mod">
          <ac:chgData name="来宾用户" userId="S::urn:spo:tenantanon#140966b1-c6a2-4ee5-b296-87ed66c968a7::" providerId="AD" clId="Web-{85FFD95E-C0F4-064E-3FDC-63B522DD5EEE}" dt="2026-03-29T00:00:04.045" v="237" actId="1076"/>
          <ac:grpSpMkLst>
            <pc:docMk/>
            <pc:sldMk cId="3533270010" sldId="283"/>
            <ac:grpSpMk id="57" creationId="{C7007FB9-7E8F-6B29-F272-EF7E5D6D48D3}"/>
          </ac:grpSpMkLst>
        </pc:grpChg>
      </pc:sldChg>
    </pc:docChg>
  </pc:docChgLst>
  <pc:docChgLst>
    <pc:chgData name="来宾用户" userId="S::urn:spo:tenantanon#140966b1-c6a2-4ee5-b296-87ed66c968a7::" providerId="AD" clId="Web-{952648BB-4E29-4DAD-D4BF-376969BC4E3C}"/>
    <pc:docChg chg="modSld">
      <pc:chgData name="来宾用户" userId="S::urn:spo:tenantanon#140966b1-c6a2-4ee5-b296-87ed66c968a7::" providerId="AD" clId="Web-{952648BB-4E29-4DAD-D4BF-376969BC4E3C}" dt="2026-03-29T12:29:14.530" v="4" actId="20577"/>
      <pc:docMkLst>
        <pc:docMk/>
      </pc:docMkLst>
      <pc:sldChg chg="modSp">
        <pc:chgData name="来宾用户" userId="S::urn:spo:tenantanon#140966b1-c6a2-4ee5-b296-87ed66c968a7::" providerId="AD" clId="Web-{952648BB-4E29-4DAD-D4BF-376969BC4E3C}" dt="2026-03-29T12:29:14.530" v="4" actId="20577"/>
        <pc:sldMkLst>
          <pc:docMk/>
          <pc:sldMk cId="3941993800" sldId="279"/>
        </pc:sldMkLst>
        <pc:spChg chg="mod">
          <ac:chgData name="来宾用户" userId="S::urn:spo:tenantanon#140966b1-c6a2-4ee5-b296-87ed66c968a7::" providerId="AD" clId="Web-{952648BB-4E29-4DAD-D4BF-376969BC4E3C}" dt="2026-03-29T12:29:14.530" v="4" actId="20577"/>
          <ac:spMkLst>
            <pc:docMk/>
            <pc:sldMk cId="3941993800" sldId="279"/>
            <ac:spMk id="56" creationId="{35E814E7-AC6F-6214-3D68-A664B454DFB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bank.worldbank.org/happiness-data/id/1d38fdc3" TargetMode="External"/><Relationship Id="rId2" Type="http://schemas.openxmlformats.org/officeDocument/2006/relationships/hyperlink" Target="https://databank.worldbank.org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ignmantic.com/logos/search/happiness" TargetMode="External"/><Relationship Id="rId2" Type="http://schemas.openxmlformats.org/officeDocument/2006/relationships/hyperlink" Target="https://www.canva.com/p/yadirainza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2307B-2FC6-B3D3-D494-055422F6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33">
            <a:extLst>
              <a:ext uri="{FF2B5EF4-FFF2-40B4-BE49-F238E27FC236}">
                <a16:creationId xmlns:a16="http://schemas.microsoft.com/office/drawing/2014/main" id="{DDFAD315-0452-52DC-80C3-1D1592A958E3}"/>
              </a:ext>
            </a:extLst>
          </p:cNvPr>
          <p:cNvSpPr/>
          <p:nvPr/>
        </p:nvSpPr>
        <p:spPr>
          <a:xfrm>
            <a:off x="9839827" y="2786350"/>
            <a:ext cx="4397985" cy="43979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E8A3"/>
          </a:solidFill>
        </p:spPr>
        <p:txBody>
          <a:bodyPr/>
          <a:lstStyle/>
          <a:p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5F0F559-A84D-13DC-CB0C-F6430AFDCDA9}"/>
              </a:ext>
            </a:extLst>
          </p:cNvPr>
          <p:cNvSpPr/>
          <p:nvPr/>
        </p:nvSpPr>
        <p:spPr>
          <a:xfrm>
            <a:off x="10027" y="2799908"/>
            <a:ext cx="12038820" cy="4397986"/>
          </a:xfrm>
          <a:prstGeom prst="rect">
            <a:avLst/>
          </a:prstGeom>
          <a:solidFill>
            <a:srgbClr val="FFE8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4AD1A"/>
              </a:solidFill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502560C-D0D8-5A73-C9F5-5B23B695FF4E}"/>
              </a:ext>
            </a:extLst>
          </p:cNvPr>
          <p:cNvGrpSpPr/>
          <p:nvPr/>
        </p:nvGrpSpPr>
        <p:grpSpPr>
          <a:xfrm>
            <a:off x="228600" y="3543300"/>
            <a:ext cx="13767410" cy="2556614"/>
            <a:chOff x="1802912" y="3582308"/>
            <a:chExt cx="14558516" cy="2556614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22E0E00F-76EA-9A11-B8BD-CFE79A581596}"/>
                </a:ext>
              </a:extLst>
            </p:cNvPr>
            <p:cNvSpPr/>
            <p:nvPr/>
          </p:nvSpPr>
          <p:spPr>
            <a:xfrm>
              <a:off x="1802912" y="3582308"/>
              <a:ext cx="254488" cy="2556614"/>
            </a:xfrm>
            <a:prstGeom prst="roundRect">
              <a:avLst>
                <a:gd name="adj" fmla="val 49105"/>
              </a:avLst>
            </a:prstGeom>
            <a:solidFill>
              <a:srgbClr val="27A1D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4AD1A"/>
                </a:solidFill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3F43172-6EB7-2E3E-8E3B-98808D0FBA5F}"/>
                </a:ext>
              </a:extLst>
            </p:cNvPr>
            <p:cNvGrpSpPr/>
            <p:nvPr/>
          </p:nvGrpSpPr>
          <p:grpSpPr>
            <a:xfrm>
              <a:off x="2209800" y="4148078"/>
              <a:ext cx="14151628" cy="1990843"/>
              <a:chOff x="2002773" y="3924300"/>
              <a:chExt cx="14151628" cy="1990843"/>
            </a:xfrm>
          </p:grpSpPr>
          <p:sp>
            <p:nvSpPr>
              <p:cNvPr id="108" name="TextBox 18">
                <a:extLst>
                  <a:ext uri="{FF2B5EF4-FFF2-40B4-BE49-F238E27FC236}">
                    <a16:creationId xmlns:a16="http://schemas.microsoft.com/office/drawing/2014/main" id="{41F057F3-B21D-91D3-7712-475EA464D027}"/>
                  </a:ext>
                </a:extLst>
              </p:cNvPr>
              <p:cNvSpPr txBox="1"/>
              <p:nvPr/>
            </p:nvSpPr>
            <p:spPr>
              <a:xfrm>
                <a:off x="2002773" y="3924300"/>
                <a:ext cx="10472454" cy="47840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sz="6600">
                    <a:solidFill>
                      <a:srgbClr val="2B2B2B"/>
                    </a:solidFill>
                    <a:latin typeface="Montserrat Medium" panose="00000600000000000000" pitchFamily="2" charset="0"/>
                    <a:ea typeface="Montserrat Ultra-Bold"/>
                    <a:cs typeface="Sakkal Majalla" panose="020F0502020204030204" pitchFamily="2" charset="-78"/>
                    <a:sym typeface="Montserrat Ultra-Bold"/>
                  </a:rPr>
                  <a:t>Exploring</a:t>
                </a:r>
              </a:p>
            </p:txBody>
          </p:sp>
          <p:sp>
            <p:nvSpPr>
              <p:cNvPr id="109" name="TextBox 18">
                <a:extLst>
                  <a:ext uri="{FF2B5EF4-FFF2-40B4-BE49-F238E27FC236}">
                    <a16:creationId xmlns:a16="http://schemas.microsoft.com/office/drawing/2014/main" id="{4081E046-5891-E6D8-0634-F54471B804A0}"/>
                  </a:ext>
                </a:extLst>
              </p:cNvPr>
              <p:cNvSpPr txBox="1"/>
              <p:nvPr/>
            </p:nvSpPr>
            <p:spPr>
              <a:xfrm>
                <a:off x="2002773" y="5309977"/>
                <a:ext cx="14151628" cy="6051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799"/>
                  </a:lnSpc>
                  <a:spcBef>
                    <a:spcPct val="0"/>
                  </a:spcBef>
                </a:pPr>
                <a:r>
                  <a:rPr lang="en-US" sz="10600" b="1">
                    <a:solidFill>
                      <a:srgbClr val="233D80"/>
                    </a:solidFill>
                    <a:latin typeface="Montserrat Ultra-Bold"/>
                    <a:ea typeface="Montserrat Ultra-Bold"/>
                    <a:cs typeface="Montserrat Ultra-Bold"/>
                    <a:sym typeface="Montserrat Ultra-Bold"/>
                  </a:rPr>
                  <a:t>World Happiness</a:t>
                </a: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C5832BD-DB59-EACF-82C2-A1549A09834C}"/>
              </a:ext>
            </a:extLst>
          </p:cNvPr>
          <p:cNvGrpSpPr/>
          <p:nvPr/>
        </p:nvGrpSpPr>
        <p:grpSpPr>
          <a:xfrm rot="15465629">
            <a:off x="-1070068" y="-1876026"/>
            <a:ext cx="3841146" cy="3870262"/>
            <a:chOff x="15011400" y="-495841"/>
            <a:chExt cx="3841146" cy="3870262"/>
          </a:xfrm>
        </p:grpSpPr>
        <p:grpSp>
          <p:nvGrpSpPr>
            <p:cNvPr id="143" name="Group 74">
              <a:extLst>
                <a:ext uri="{FF2B5EF4-FFF2-40B4-BE49-F238E27FC236}">
                  <a16:creationId xmlns:a16="http://schemas.microsoft.com/office/drawing/2014/main" id="{E4E0044C-2F1D-9710-AECF-1C70C35B114C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44" name="Freeform 75">
                <a:extLst>
                  <a:ext uri="{FF2B5EF4-FFF2-40B4-BE49-F238E27FC236}">
                    <a16:creationId xmlns:a16="http://schemas.microsoft.com/office/drawing/2014/main" id="{27043C7A-B471-C2A0-57B3-2A8BF027A50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5" name="TextBox 76">
                <a:extLst>
                  <a:ext uri="{FF2B5EF4-FFF2-40B4-BE49-F238E27FC236}">
                    <a16:creationId xmlns:a16="http://schemas.microsoft.com/office/drawing/2014/main" id="{EBEE7FE0-8717-B438-25E9-8D82CECB00C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8" name="TextBox 79">
              <a:extLst>
                <a:ext uri="{FF2B5EF4-FFF2-40B4-BE49-F238E27FC236}">
                  <a16:creationId xmlns:a16="http://schemas.microsoft.com/office/drawing/2014/main" id="{83F68599-AAF1-B773-B8F2-B45250BC1A63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51" name="TextBox 82">
              <a:extLst>
                <a:ext uri="{FF2B5EF4-FFF2-40B4-BE49-F238E27FC236}">
                  <a16:creationId xmlns:a16="http://schemas.microsoft.com/office/drawing/2014/main" id="{6CDC8E9E-44C2-E70E-0043-77145AD82EDD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52" name="Group 83">
              <a:extLst>
                <a:ext uri="{FF2B5EF4-FFF2-40B4-BE49-F238E27FC236}">
                  <a16:creationId xmlns:a16="http://schemas.microsoft.com/office/drawing/2014/main" id="{3CBD7894-F879-C9F5-4A64-B70717CD76EC}"/>
                </a:ext>
              </a:extLst>
            </p:cNvPr>
            <p:cNvGrpSpPr/>
            <p:nvPr/>
          </p:nvGrpSpPr>
          <p:grpSpPr>
            <a:xfrm>
              <a:off x="16022638" y="2993421"/>
              <a:ext cx="381000" cy="381000"/>
              <a:chOff x="0" y="0"/>
              <a:chExt cx="812800" cy="812800"/>
            </a:xfrm>
          </p:grpSpPr>
          <p:sp>
            <p:nvSpPr>
              <p:cNvPr id="153" name="Freeform 84">
                <a:extLst>
                  <a:ext uri="{FF2B5EF4-FFF2-40B4-BE49-F238E27FC236}">
                    <a16:creationId xmlns:a16="http://schemas.microsoft.com/office/drawing/2014/main" id="{523E17BF-016E-7079-DC0E-16854E638F7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4" name="TextBox 85">
                <a:extLst>
                  <a:ext uri="{FF2B5EF4-FFF2-40B4-BE49-F238E27FC236}">
                    <a16:creationId xmlns:a16="http://schemas.microsoft.com/office/drawing/2014/main" id="{F0FE5C97-256D-7A5D-B40D-C7435E46623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55" name="Group 86">
              <a:extLst>
                <a:ext uri="{FF2B5EF4-FFF2-40B4-BE49-F238E27FC236}">
                  <a16:creationId xmlns:a16="http://schemas.microsoft.com/office/drawing/2014/main" id="{D9028612-AB45-D73C-8228-465D4FBF8782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56" name="Freeform 87">
                <a:extLst>
                  <a:ext uri="{FF2B5EF4-FFF2-40B4-BE49-F238E27FC236}">
                    <a16:creationId xmlns:a16="http://schemas.microsoft.com/office/drawing/2014/main" id="{641A19B8-541E-3A5C-7D22-3BB62A16F64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7" name="TextBox 88">
                <a:extLst>
                  <a:ext uri="{FF2B5EF4-FFF2-40B4-BE49-F238E27FC236}">
                    <a16:creationId xmlns:a16="http://schemas.microsoft.com/office/drawing/2014/main" id="{3AC3BE68-B9F4-299B-EB73-185B62BB0ED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60" name="TextBox 91">
              <a:extLst>
                <a:ext uri="{FF2B5EF4-FFF2-40B4-BE49-F238E27FC236}">
                  <a16:creationId xmlns:a16="http://schemas.microsoft.com/office/drawing/2014/main" id="{05F46C2C-7F48-DA2C-A51C-560B240A82E7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61" name="Group 92">
              <a:extLst>
                <a:ext uri="{FF2B5EF4-FFF2-40B4-BE49-F238E27FC236}">
                  <a16:creationId xmlns:a16="http://schemas.microsoft.com/office/drawing/2014/main" id="{7E5F9055-A3A2-A0A1-DDD8-8254487D7A6C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62" name="Freeform 93">
                <a:extLst>
                  <a:ext uri="{FF2B5EF4-FFF2-40B4-BE49-F238E27FC236}">
                    <a16:creationId xmlns:a16="http://schemas.microsoft.com/office/drawing/2014/main" id="{CC6595AE-5F72-47B0-8424-0C12F35B21B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3" name="TextBox 94">
                <a:extLst>
                  <a:ext uri="{FF2B5EF4-FFF2-40B4-BE49-F238E27FC236}">
                    <a16:creationId xmlns:a16="http://schemas.microsoft.com/office/drawing/2014/main" id="{22002AC4-1A47-F784-3561-C2B079AFC22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66" name="TextBox 97">
              <a:extLst>
                <a:ext uri="{FF2B5EF4-FFF2-40B4-BE49-F238E27FC236}">
                  <a16:creationId xmlns:a16="http://schemas.microsoft.com/office/drawing/2014/main" id="{38CDB194-ADEF-00D9-141D-F8AA3A6ADFD6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69" name="TextBox 100">
              <a:extLst>
                <a:ext uri="{FF2B5EF4-FFF2-40B4-BE49-F238E27FC236}">
                  <a16:creationId xmlns:a16="http://schemas.microsoft.com/office/drawing/2014/main" id="{135A3F02-4232-2C3E-2EC7-3427FBC32DC4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77" name="TextBox 49">
            <a:extLst>
              <a:ext uri="{FF2B5EF4-FFF2-40B4-BE49-F238E27FC236}">
                <a16:creationId xmlns:a16="http://schemas.microsoft.com/office/drawing/2014/main" id="{A43EF5F5-974F-8031-C79E-CA740EA1C7E7}"/>
              </a:ext>
            </a:extLst>
          </p:cNvPr>
          <p:cNvSpPr txBox="1"/>
          <p:nvPr/>
        </p:nvSpPr>
        <p:spPr>
          <a:xfrm rot="10800000">
            <a:off x="12038820" y="5440650"/>
            <a:ext cx="5799638" cy="17952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99"/>
              </a:lnSpc>
            </a:pPr>
            <a:endParaRPr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9EF8302-2245-86F3-395F-35DCE5000079}"/>
              </a:ext>
            </a:extLst>
          </p:cNvPr>
          <p:cNvGrpSpPr/>
          <p:nvPr/>
        </p:nvGrpSpPr>
        <p:grpSpPr>
          <a:xfrm>
            <a:off x="6179456" y="8091612"/>
            <a:ext cx="5562600" cy="1057192"/>
            <a:chOff x="6179456" y="8706616"/>
            <a:chExt cx="5562600" cy="1057192"/>
          </a:xfrm>
        </p:grpSpPr>
        <p:grpSp>
          <p:nvGrpSpPr>
            <p:cNvPr id="172" name="Group 47">
              <a:extLst>
                <a:ext uri="{FF2B5EF4-FFF2-40B4-BE49-F238E27FC236}">
                  <a16:creationId xmlns:a16="http://schemas.microsoft.com/office/drawing/2014/main" id="{067A4E52-A889-001F-6EA1-901F65BC03FA}"/>
                </a:ext>
              </a:extLst>
            </p:cNvPr>
            <p:cNvGrpSpPr/>
            <p:nvPr/>
          </p:nvGrpSpPr>
          <p:grpSpPr>
            <a:xfrm rot="-10800000">
              <a:off x="6179456" y="8706616"/>
              <a:ext cx="5562600" cy="1057192"/>
              <a:chOff x="0" y="0"/>
              <a:chExt cx="1527477" cy="425199"/>
            </a:xfrm>
          </p:grpSpPr>
          <p:sp>
            <p:nvSpPr>
              <p:cNvPr id="173" name="Freeform 48">
                <a:extLst>
                  <a:ext uri="{FF2B5EF4-FFF2-40B4-BE49-F238E27FC236}">
                    <a16:creationId xmlns:a16="http://schemas.microsoft.com/office/drawing/2014/main" id="{3233E26E-7EC7-7CE2-970B-A5193F790BF2}"/>
                  </a:ext>
                </a:extLst>
              </p:cNvPr>
              <p:cNvSpPr/>
              <p:nvPr/>
            </p:nvSpPr>
            <p:spPr>
              <a:xfrm>
                <a:off x="0" y="0"/>
                <a:ext cx="1527477" cy="425199"/>
              </a:xfrm>
              <a:custGeom>
                <a:avLst/>
                <a:gdLst/>
                <a:ahLst/>
                <a:cxnLst/>
                <a:rect l="l" t="t" r="r" b="b"/>
                <a:pathLst>
                  <a:path w="1527477" h="425199">
                    <a:moveTo>
                      <a:pt x="76089" y="0"/>
                    </a:moveTo>
                    <a:lnTo>
                      <a:pt x="1451388" y="0"/>
                    </a:lnTo>
                    <a:cubicBezTo>
                      <a:pt x="1493411" y="0"/>
                      <a:pt x="1527477" y="34066"/>
                      <a:pt x="1527477" y="76089"/>
                    </a:cubicBezTo>
                    <a:lnTo>
                      <a:pt x="1527477" y="349109"/>
                    </a:lnTo>
                    <a:cubicBezTo>
                      <a:pt x="1527477" y="391132"/>
                      <a:pt x="1493411" y="425199"/>
                      <a:pt x="1451388" y="425199"/>
                    </a:cubicBezTo>
                    <a:lnTo>
                      <a:pt x="76089" y="425199"/>
                    </a:lnTo>
                    <a:cubicBezTo>
                      <a:pt x="34066" y="425199"/>
                      <a:pt x="0" y="391132"/>
                      <a:pt x="0" y="349109"/>
                    </a:cubicBezTo>
                    <a:lnTo>
                      <a:pt x="0" y="76089"/>
                    </a:lnTo>
                    <a:cubicBezTo>
                      <a:pt x="0" y="34066"/>
                      <a:pt x="34066" y="0"/>
                      <a:pt x="76089" y="0"/>
                    </a:cubicBezTo>
                    <a:close/>
                  </a:path>
                </a:pathLst>
              </a:custGeom>
              <a:solidFill>
                <a:srgbClr val="FFBEC4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" name="TextBox 49">
                <a:extLst>
                  <a:ext uri="{FF2B5EF4-FFF2-40B4-BE49-F238E27FC236}">
                    <a16:creationId xmlns:a16="http://schemas.microsoft.com/office/drawing/2014/main" id="{838629EE-10B6-AB1E-9A29-A847C462CF5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7477" cy="4728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78" name="TextBox 18">
              <a:extLst>
                <a:ext uri="{FF2B5EF4-FFF2-40B4-BE49-F238E27FC236}">
                  <a16:creationId xmlns:a16="http://schemas.microsoft.com/office/drawing/2014/main" id="{3183D0DD-1BFC-8A23-ABA7-3E1A5E82B7E1}"/>
                </a:ext>
              </a:extLst>
            </p:cNvPr>
            <p:cNvSpPr txBox="1"/>
            <p:nvPr/>
          </p:nvSpPr>
          <p:spPr>
            <a:xfrm>
              <a:off x="7022815" y="9145804"/>
              <a:ext cx="4085127" cy="3960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4000" b="1">
                  <a:solidFill>
                    <a:srgbClr val="2B2B2B"/>
                  </a:solidFill>
                  <a:latin typeface="Montserrat Medium" panose="00000600000000000000" pitchFamily="2" charset="0"/>
                  <a:ea typeface="Montserrat Ultra-Bold"/>
                  <a:cs typeface="Montserrat Ultra-Bold"/>
                  <a:sym typeface="Montserrat Ultra-Bold"/>
                </a:rPr>
                <a:t>30 March 2026</a:t>
              </a:r>
            </a:p>
          </p:txBody>
        </p:sp>
      </p:grpSp>
      <p:sp>
        <p:nvSpPr>
          <p:cNvPr id="184" name="Freeform 33">
            <a:extLst>
              <a:ext uri="{FF2B5EF4-FFF2-40B4-BE49-F238E27FC236}">
                <a16:creationId xmlns:a16="http://schemas.microsoft.com/office/drawing/2014/main" id="{6589FA10-3FFB-DF88-2685-C32C2FCE710B}"/>
              </a:ext>
            </a:extLst>
          </p:cNvPr>
          <p:cNvSpPr/>
          <p:nvPr/>
        </p:nvSpPr>
        <p:spPr>
          <a:xfrm>
            <a:off x="8960756" y="3593954"/>
            <a:ext cx="963803" cy="138019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E8A3"/>
          </a:solidFill>
        </p:spPr>
        <p:txBody>
          <a:bodyPr/>
          <a:lstStyle/>
          <a:p>
            <a:endParaRPr lang="en-GB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8A26BAEB-5605-C930-CB4B-C1EE6FE65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428" y="3174387"/>
            <a:ext cx="1904762" cy="195555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F259A7C2-1A7B-BF3A-3A46-1167230A3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2512" y="2799908"/>
            <a:ext cx="4397985" cy="439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E78F0ED-ABC1-BCBE-F91F-A189669FDE85}"/>
              </a:ext>
            </a:extLst>
          </p:cNvPr>
          <p:cNvSpPr/>
          <p:nvPr/>
        </p:nvSpPr>
        <p:spPr>
          <a:xfrm>
            <a:off x="13211639" y="4492374"/>
            <a:ext cx="457199" cy="4833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9C7668-08BD-D029-2D72-E516091D0B46}"/>
              </a:ext>
            </a:extLst>
          </p:cNvPr>
          <p:cNvSpPr/>
          <p:nvPr/>
        </p:nvSpPr>
        <p:spPr>
          <a:xfrm>
            <a:off x="5424456" y="6414983"/>
            <a:ext cx="457199" cy="4833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5AF9169C-856E-EC55-A0F9-A863420FA537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 rot="5400000">
            <a:off x="8827018" y="1801761"/>
            <a:ext cx="1439261" cy="7787183"/>
          </a:xfrm>
          <a:prstGeom prst="curvedConnector3">
            <a:avLst>
              <a:gd name="adj1" fmla="val 50000"/>
            </a:avLst>
          </a:prstGeom>
          <a:ln w="57150" cap="rnd">
            <a:solidFill>
              <a:srgbClr val="8D9193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1D8171-3E21-3C5B-577E-B4EBF64B9248}"/>
              </a:ext>
            </a:extLst>
          </p:cNvPr>
          <p:cNvCxnSpPr/>
          <p:nvPr/>
        </p:nvCxnSpPr>
        <p:spPr>
          <a:xfrm>
            <a:off x="7966664" y="7414260"/>
            <a:ext cx="2853736" cy="0"/>
          </a:xfrm>
          <a:prstGeom prst="line">
            <a:avLst/>
          </a:prstGeom>
          <a:ln w="57150" cap="rnd">
            <a:solidFill>
              <a:srgbClr val="8D919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E2CA10-A4E0-881C-B816-279C4E578A1B}"/>
              </a:ext>
            </a:extLst>
          </p:cNvPr>
          <p:cNvCxnSpPr/>
          <p:nvPr/>
        </p:nvCxnSpPr>
        <p:spPr>
          <a:xfrm>
            <a:off x="7856428" y="3981203"/>
            <a:ext cx="2853736" cy="0"/>
          </a:xfrm>
          <a:prstGeom prst="line">
            <a:avLst/>
          </a:prstGeom>
          <a:ln w="57150" cap="rnd">
            <a:solidFill>
              <a:srgbClr val="8D919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B355A08-933D-159E-AADB-45EAB2CC60C7}"/>
              </a:ext>
            </a:extLst>
          </p:cNvPr>
          <p:cNvGrpSpPr/>
          <p:nvPr/>
        </p:nvGrpSpPr>
        <p:grpSpPr>
          <a:xfrm>
            <a:off x="9596047" y="2984831"/>
            <a:ext cx="6758728" cy="2006269"/>
            <a:chOff x="9596047" y="2984831"/>
            <a:chExt cx="6758728" cy="2006269"/>
          </a:xfrm>
        </p:grpSpPr>
        <p:grpSp>
          <p:nvGrpSpPr>
            <p:cNvPr id="59" name="Group 32">
              <a:extLst>
                <a:ext uri="{FF2B5EF4-FFF2-40B4-BE49-F238E27FC236}">
                  <a16:creationId xmlns:a16="http://schemas.microsoft.com/office/drawing/2014/main" id="{F6E4AA22-86DA-C681-19C6-FCC64BE88176}"/>
                </a:ext>
              </a:extLst>
            </p:cNvPr>
            <p:cNvGrpSpPr/>
            <p:nvPr/>
          </p:nvGrpSpPr>
          <p:grpSpPr>
            <a:xfrm rot="-10800000">
              <a:off x="9596047" y="3381455"/>
              <a:ext cx="1986353" cy="1198933"/>
              <a:chOff x="0" y="0"/>
              <a:chExt cx="823551" cy="543720"/>
            </a:xfrm>
          </p:grpSpPr>
          <p:sp>
            <p:nvSpPr>
              <p:cNvPr id="60" name="Freeform 33">
                <a:extLst>
                  <a:ext uri="{FF2B5EF4-FFF2-40B4-BE49-F238E27FC236}">
                    <a16:creationId xmlns:a16="http://schemas.microsoft.com/office/drawing/2014/main" id="{9C4CDB8A-163E-1F94-E018-E32AB2B14FEE}"/>
                  </a:ext>
                </a:extLst>
              </p:cNvPr>
              <p:cNvSpPr/>
              <p:nvPr/>
            </p:nvSpPr>
            <p:spPr>
              <a:xfrm>
                <a:off x="28878" y="0"/>
                <a:ext cx="775433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775433" h="543720">
                    <a:moveTo>
                      <a:pt x="28998" y="0"/>
                    </a:moveTo>
                    <a:lnTo>
                      <a:pt x="533597" y="0"/>
                    </a:lnTo>
                    <a:cubicBezTo>
                      <a:pt x="570023" y="0"/>
                      <a:pt x="604314" y="17181"/>
                      <a:pt x="626122" y="46357"/>
                    </a:cubicBezTo>
                    <a:lnTo>
                      <a:pt x="760023" y="225503"/>
                    </a:lnTo>
                    <a:cubicBezTo>
                      <a:pt x="780570" y="252993"/>
                      <a:pt x="780570" y="290728"/>
                      <a:pt x="760023" y="318218"/>
                    </a:cubicBezTo>
                    <a:lnTo>
                      <a:pt x="626122" y="497363"/>
                    </a:lnTo>
                    <a:cubicBezTo>
                      <a:pt x="604314" y="526539"/>
                      <a:pt x="570023" y="543720"/>
                      <a:pt x="533597" y="543720"/>
                    </a:cubicBezTo>
                    <a:lnTo>
                      <a:pt x="28998" y="543720"/>
                    </a:lnTo>
                    <a:cubicBezTo>
                      <a:pt x="18023" y="543720"/>
                      <a:pt x="7989" y="537525"/>
                      <a:pt x="3073" y="527712"/>
                    </a:cubicBezTo>
                    <a:cubicBezTo>
                      <a:pt x="-1844" y="517900"/>
                      <a:pt x="-799" y="506154"/>
                      <a:pt x="5772" y="497363"/>
                    </a:cubicBezTo>
                    <a:lnTo>
                      <a:pt x="139672" y="318218"/>
                    </a:lnTo>
                    <a:cubicBezTo>
                      <a:pt x="160220" y="290728"/>
                      <a:pt x="160220" y="252993"/>
                      <a:pt x="139672" y="225503"/>
                    </a:cubicBezTo>
                    <a:lnTo>
                      <a:pt x="5772" y="46357"/>
                    </a:lnTo>
                    <a:cubicBezTo>
                      <a:pt x="-799" y="37567"/>
                      <a:pt x="-1844" y="25820"/>
                      <a:pt x="3073" y="16008"/>
                    </a:cubicBezTo>
                    <a:cubicBezTo>
                      <a:pt x="7989" y="6196"/>
                      <a:pt x="18023" y="0"/>
                      <a:pt x="28998" y="0"/>
                    </a:cubicBezTo>
                    <a:close/>
                  </a:path>
                </a:pathLst>
              </a:custGeom>
              <a:solidFill>
                <a:srgbClr val="38AEB6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TextBox 34">
                <a:extLst>
                  <a:ext uri="{FF2B5EF4-FFF2-40B4-BE49-F238E27FC236}">
                    <a16:creationId xmlns:a16="http://schemas.microsoft.com/office/drawing/2014/main" id="{4025C0AC-7E81-B519-4ADE-F3F93C44DE13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56955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654700" y="2984831"/>
              <a:ext cx="5700075" cy="2006269"/>
              <a:chOff x="0" y="0"/>
              <a:chExt cx="1731954" cy="609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4412" y="0"/>
                <a:ext cx="1703131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703131" h="609600">
                    <a:moveTo>
                      <a:pt x="240400" y="0"/>
                    </a:moveTo>
                    <a:lnTo>
                      <a:pt x="1665930" y="0"/>
                    </a:lnTo>
                    <a:cubicBezTo>
                      <a:pt x="1677888" y="0"/>
                      <a:pt x="1689117" y="5748"/>
                      <a:pt x="1696108" y="15449"/>
                    </a:cubicBezTo>
                    <a:cubicBezTo>
                      <a:pt x="1703100" y="25149"/>
                      <a:pt x="1705003" y="37620"/>
                      <a:pt x="1701221" y="48964"/>
                    </a:cubicBezTo>
                    <a:lnTo>
                      <a:pt x="1530664" y="560636"/>
                    </a:lnTo>
                    <a:cubicBezTo>
                      <a:pt x="1520917" y="589877"/>
                      <a:pt x="1493553" y="609600"/>
                      <a:pt x="1462730" y="609600"/>
                    </a:cubicBezTo>
                    <a:lnTo>
                      <a:pt x="37200" y="609600"/>
                    </a:lnTo>
                    <a:cubicBezTo>
                      <a:pt x="25242" y="609600"/>
                      <a:pt x="14014" y="603852"/>
                      <a:pt x="7022" y="594151"/>
                    </a:cubicBezTo>
                    <a:cubicBezTo>
                      <a:pt x="30" y="584451"/>
                      <a:pt x="-1872" y="571980"/>
                      <a:pt x="1909" y="560636"/>
                    </a:cubicBezTo>
                    <a:lnTo>
                      <a:pt x="172467" y="48964"/>
                    </a:lnTo>
                    <a:cubicBezTo>
                      <a:pt x="182214" y="19723"/>
                      <a:pt x="209578" y="0"/>
                      <a:pt x="240400" y="0"/>
                    </a:cubicBezTo>
                    <a:close/>
                  </a:path>
                </a:pathLst>
              </a:custGeom>
              <a:solidFill>
                <a:srgbClr val="B5EBE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600" y="-38100"/>
                <a:ext cx="1528754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9993568" y="3621080"/>
              <a:ext cx="952500" cy="66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529"/>
                </a:lnSpc>
                <a:spcBef>
                  <a:spcPct val="0"/>
                </a:spcBef>
              </a:pPr>
              <a:r>
                <a:rPr lang="en-US" sz="3949" b="1" u="none" strike="noStrike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35888" y="3653577"/>
              <a:ext cx="3816491" cy="7848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099"/>
                </a:lnSpc>
              </a:pP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Describes the data preparation processes, focusing on key transformations, notably </a:t>
              </a:r>
              <a:b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Happiness Index for analysis.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62744" y="3268254"/>
              <a:ext cx="2857521" cy="304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48"/>
                </a:lnSpc>
              </a:pPr>
              <a:r>
                <a:rPr lang="en-US" sz="1974" b="1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Data Cleansing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620978" y="679768"/>
            <a:ext cx="7046045" cy="76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Table of Contents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CA74F06-8ED4-5E01-F442-2AFFC454D160}"/>
              </a:ext>
            </a:extLst>
          </p:cNvPr>
          <p:cNvGrpSpPr/>
          <p:nvPr/>
        </p:nvGrpSpPr>
        <p:grpSpPr>
          <a:xfrm>
            <a:off x="1667982" y="3011103"/>
            <a:ext cx="6758728" cy="2006269"/>
            <a:chOff x="9596047" y="2984831"/>
            <a:chExt cx="6758728" cy="2006269"/>
          </a:xfrm>
        </p:grpSpPr>
        <p:grpSp>
          <p:nvGrpSpPr>
            <p:cNvPr id="94" name="Group 32">
              <a:extLst>
                <a:ext uri="{FF2B5EF4-FFF2-40B4-BE49-F238E27FC236}">
                  <a16:creationId xmlns:a16="http://schemas.microsoft.com/office/drawing/2014/main" id="{6F99C34D-57A7-7BE5-455A-C9E119482E5C}"/>
                </a:ext>
              </a:extLst>
            </p:cNvPr>
            <p:cNvGrpSpPr/>
            <p:nvPr/>
          </p:nvGrpSpPr>
          <p:grpSpPr>
            <a:xfrm rot="-10800000">
              <a:off x="9596047" y="3381455"/>
              <a:ext cx="1986353" cy="1198933"/>
              <a:chOff x="0" y="0"/>
              <a:chExt cx="823551" cy="543720"/>
            </a:xfrm>
          </p:grpSpPr>
          <p:sp>
            <p:nvSpPr>
              <p:cNvPr id="101" name="Freeform 33">
                <a:extLst>
                  <a:ext uri="{FF2B5EF4-FFF2-40B4-BE49-F238E27FC236}">
                    <a16:creationId xmlns:a16="http://schemas.microsoft.com/office/drawing/2014/main" id="{C1730D4B-F1CF-5B25-9817-962DFD49935F}"/>
                  </a:ext>
                </a:extLst>
              </p:cNvPr>
              <p:cNvSpPr/>
              <p:nvPr/>
            </p:nvSpPr>
            <p:spPr>
              <a:xfrm>
                <a:off x="28878" y="0"/>
                <a:ext cx="775433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775433" h="543720">
                    <a:moveTo>
                      <a:pt x="28998" y="0"/>
                    </a:moveTo>
                    <a:lnTo>
                      <a:pt x="533597" y="0"/>
                    </a:lnTo>
                    <a:cubicBezTo>
                      <a:pt x="570023" y="0"/>
                      <a:pt x="604314" y="17181"/>
                      <a:pt x="626122" y="46357"/>
                    </a:cubicBezTo>
                    <a:lnTo>
                      <a:pt x="760023" y="225503"/>
                    </a:lnTo>
                    <a:cubicBezTo>
                      <a:pt x="780570" y="252993"/>
                      <a:pt x="780570" y="290728"/>
                      <a:pt x="760023" y="318218"/>
                    </a:cubicBezTo>
                    <a:lnTo>
                      <a:pt x="626122" y="497363"/>
                    </a:lnTo>
                    <a:cubicBezTo>
                      <a:pt x="604314" y="526539"/>
                      <a:pt x="570023" y="543720"/>
                      <a:pt x="533597" y="543720"/>
                    </a:cubicBezTo>
                    <a:lnTo>
                      <a:pt x="28998" y="543720"/>
                    </a:lnTo>
                    <a:cubicBezTo>
                      <a:pt x="18023" y="543720"/>
                      <a:pt x="7989" y="537525"/>
                      <a:pt x="3073" y="527712"/>
                    </a:cubicBezTo>
                    <a:cubicBezTo>
                      <a:pt x="-1844" y="517900"/>
                      <a:pt x="-799" y="506154"/>
                      <a:pt x="5772" y="497363"/>
                    </a:cubicBezTo>
                    <a:lnTo>
                      <a:pt x="139672" y="318218"/>
                    </a:lnTo>
                    <a:cubicBezTo>
                      <a:pt x="160220" y="290728"/>
                      <a:pt x="160220" y="252993"/>
                      <a:pt x="139672" y="225503"/>
                    </a:cubicBezTo>
                    <a:lnTo>
                      <a:pt x="5772" y="46357"/>
                    </a:lnTo>
                    <a:cubicBezTo>
                      <a:pt x="-799" y="37567"/>
                      <a:pt x="-1844" y="25820"/>
                      <a:pt x="3073" y="16008"/>
                    </a:cubicBezTo>
                    <a:cubicBezTo>
                      <a:pt x="7989" y="6196"/>
                      <a:pt x="18023" y="0"/>
                      <a:pt x="28998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" name="TextBox 34">
                <a:extLst>
                  <a:ext uri="{FF2B5EF4-FFF2-40B4-BE49-F238E27FC236}">
                    <a16:creationId xmlns:a16="http://schemas.microsoft.com/office/drawing/2014/main" id="{8AD7628D-AD7D-6469-C12F-9E0B0763D69E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56955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5" name="Group 33">
              <a:extLst>
                <a:ext uri="{FF2B5EF4-FFF2-40B4-BE49-F238E27FC236}">
                  <a16:creationId xmlns:a16="http://schemas.microsoft.com/office/drawing/2014/main" id="{701192DC-958F-54F2-3AA3-A89CB68DF5A3}"/>
                </a:ext>
              </a:extLst>
            </p:cNvPr>
            <p:cNvGrpSpPr/>
            <p:nvPr/>
          </p:nvGrpSpPr>
          <p:grpSpPr>
            <a:xfrm>
              <a:off x="10654700" y="2984831"/>
              <a:ext cx="5700075" cy="2006269"/>
              <a:chOff x="0" y="0"/>
              <a:chExt cx="1731954" cy="609600"/>
            </a:xfrm>
          </p:grpSpPr>
          <p:sp>
            <p:nvSpPr>
              <p:cNvPr id="99" name="Freeform 34">
                <a:extLst>
                  <a:ext uri="{FF2B5EF4-FFF2-40B4-BE49-F238E27FC236}">
                    <a16:creationId xmlns:a16="http://schemas.microsoft.com/office/drawing/2014/main" id="{6423AE61-9E30-614A-01DC-7A0665D07E97}"/>
                  </a:ext>
                </a:extLst>
              </p:cNvPr>
              <p:cNvSpPr/>
              <p:nvPr/>
            </p:nvSpPr>
            <p:spPr>
              <a:xfrm>
                <a:off x="14412" y="0"/>
                <a:ext cx="1703131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703131" h="609600">
                    <a:moveTo>
                      <a:pt x="240400" y="0"/>
                    </a:moveTo>
                    <a:lnTo>
                      <a:pt x="1665930" y="0"/>
                    </a:lnTo>
                    <a:cubicBezTo>
                      <a:pt x="1677888" y="0"/>
                      <a:pt x="1689117" y="5748"/>
                      <a:pt x="1696108" y="15449"/>
                    </a:cubicBezTo>
                    <a:cubicBezTo>
                      <a:pt x="1703100" y="25149"/>
                      <a:pt x="1705003" y="37620"/>
                      <a:pt x="1701221" y="48964"/>
                    </a:cubicBezTo>
                    <a:lnTo>
                      <a:pt x="1530664" y="560636"/>
                    </a:lnTo>
                    <a:cubicBezTo>
                      <a:pt x="1520917" y="589877"/>
                      <a:pt x="1493553" y="609600"/>
                      <a:pt x="1462730" y="609600"/>
                    </a:cubicBezTo>
                    <a:lnTo>
                      <a:pt x="37200" y="609600"/>
                    </a:lnTo>
                    <a:cubicBezTo>
                      <a:pt x="25242" y="609600"/>
                      <a:pt x="14014" y="603852"/>
                      <a:pt x="7022" y="594151"/>
                    </a:cubicBezTo>
                    <a:cubicBezTo>
                      <a:pt x="30" y="584451"/>
                      <a:pt x="-1872" y="571980"/>
                      <a:pt x="1909" y="560636"/>
                    </a:cubicBezTo>
                    <a:lnTo>
                      <a:pt x="172467" y="48964"/>
                    </a:lnTo>
                    <a:cubicBezTo>
                      <a:pt x="182214" y="19723"/>
                      <a:pt x="209578" y="0"/>
                      <a:pt x="240400" y="0"/>
                    </a:cubicBezTo>
                    <a:close/>
                  </a:path>
                </a:pathLst>
              </a:custGeom>
              <a:solidFill>
                <a:srgbClr val="FFE8A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0" name="TextBox 35">
                <a:extLst>
                  <a:ext uri="{FF2B5EF4-FFF2-40B4-BE49-F238E27FC236}">
                    <a16:creationId xmlns:a16="http://schemas.microsoft.com/office/drawing/2014/main" id="{D1E6E355-30FF-97AC-D82A-F54626243A2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528754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6" name="TextBox 36">
              <a:extLst>
                <a:ext uri="{FF2B5EF4-FFF2-40B4-BE49-F238E27FC236}">
                  <a16:creationId xmlns:a16="http://schemas.microsoft.com/office/drawing/2014/main" id="{0D921707-1E24-C23B-931C-957C12A87702}"/>
                </a:ext>
              </a:extLst>
            </p:cNvPr>
            <p:cNvSpPr txBox="1"/>
            <p:nvPr/>
          </p:nvSpPr>
          <p:spPr>
            <a:xfrm>
              <a:off x="9993568" y="3621080"/>
              <a:ext cx="952500" cy="66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529"/>
                </a:lnSpc>
                <a:spcBef>
                  <a:spcPct val="0"/>
                </a:spcBef>
              </a:pPr>
              <a:r>
                <a:rPr lang="en-US" sz="3949" b="1" u="none" strike="noStrike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01</a:t>
              </a:r>
            </a:p>
          </p:txBody>
        </p:sp>
        <p:sp>
          <p:nvSpPr>
            <p:cNvPr id="97" name="TextBox 45">
              <a:extLst>
                <a:ext uri="{FF2B5EF4-FFF2-40B4-BE49-F238E27FC236}">
                  <a16:creationId xmlns:a16="http://schemas.microsoft.com/office/drawing/2014/main" id="{4031C227-6834-204F-E6C3-AF42417607F8}"/>
                </a:ext>
              </a:extLst>
            </p:cNvPr>
            <p:cNvSpPr txBox="1"/>
            <p:nvPr/>
          </p:nvSpPr>
          <p:spPr>
            <a:xfrm>
              <a:off x="11535889" y="3653577"/>
              <a:ext cx="3754198" cy="10541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099"/>
                </a:lnSpc>
              </a:pP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Overview of the World Happiness dataset, including the source, relevancy, and reliability. Defines the project’s aims </a:t>
              </a:r>
              <a:b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objectives.</a:t>
              </a:r>
            </a:p>
          </p:txBody>
        </p:sp>
        <p:sp>
          <p:nvSpPr>
            <p:cNvPr id="98" name="TextBox 49">
              <a:extLst>
                <a:ext uri="{FF2B5EF4-FFF2-40B4-BE49-F238E27FC236}">
                  <a16:creationId xmlns:a16="http://schemas.microsoft.com/office/drawing/2014/main" id="{1D2543CB-0530-5F7C-3606-F68AB28AEFB8}"/>
                </a:ext>
              </a:extLst>
            </p:cNvPr>
            <p:cNvSpPr txBox="1"/>
            <p:nvPr/>
          </p:nvSpPr>
          <p:spPr>
            <a:xfrm>
              <a:off x="11562744" y="3268254"/>
              <a:ext cx="2857521" cy="304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48"/>
                </a:lnSpc>
              </a:pPr>
              <a:r>
                <a:rPr lang="en-US" sz="1974" b="1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Introduction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AF77339-34B6-449A-E123-265175D35F7C}"/>
              </a:ext>
            </a:extLst>
          </p:cNvPr>
          <p:cNvGrpSpPr/>
          <p:nvPr/>
        </p:nvGrpSpPr>
        <p:grpSpPr>
          <a:xfrm>
            <a:off x="1741403" y="6392849"/>
            <a:ext cx="6758728" cy="2006269"/>
            <a:chOff x="9596047" y="2984831"/>
            <a:chExt cx="6758728" cy="2006269"/>
          </a:xfrm>
        </p:grpSpPr>
        <p:grpSp>
          <p:nvGrpSpPr>
            <p:cNvPr id="124" name="Group 32">
              <a:extLst>
                <a:ext uri="{FF2B5EF4-FFF2-40B4-BE49-F238E27FC236}">
                  <a16:creationId xmlns:a16="http://schemas.microsoft.com/office/drawing/2014/main" id="{44F89E76-DC6D-486C-45C2-77C8D59918D1}"/>
                </a:ext>
              </a:extLst>
            </p:cNvPr>
            <p:cNvGrpSpPr/>
            <p:nvPr/>
          </p:nvGrpSpPr>
          <p:grpSpPr>
            <a:xfrm rot="-10800000">
              <a:off x="9596047" y="3381455"/>
              <a:ext cx="1986353" cy="1198933"/>
              <a:chOff x="0" y="0"/>
              <a:chExt cx="823551" cy="543720"/>
            </a:xfrm>
          </p:grpSpPr>
          <p:sp>
            <p:nvSpPr>
              <p:cNvPr id="131" name="Freeform 33">
                <a:extLst>
                  <a:ext uri="{FF2B5EF4-FFF2-40B4-BE49-F238E27FC236}">
                    <a16:creationId xmlns:a16="http://schemas.microsoft.com/office/drawing/2014/main" id="{1D673570-D039-AE86-DB19-9E27B20CED11}"/>
                  </a:ext>
                </a:extLst>
              </p:cNvPr>
              <p:cNvSpPr/>
              <p:nvPr/>
            </p:nvSpPr>
            <p:spPr>
              <a:xfrm>
                <a:off x="28878" y="0"/>
                <a:ext cx="775433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775433" h="543720">
                    <a:moveTo>
                      <a:pt x="28998" y="0"/>
                    </a:moveTo>
                    <a:lnTo>
                      <a:pt x="533597" y="0"/>
                    </a:lnTo>
                    <a:cubicBezTo>
                      <a:pt x="570023" y="0"/>
                      <a:pt x="604314" y="17181"/>
                      <a:pt x="626122" y="46357"/>
                    </a:cubicBezTo>
                    <a:lnTo>
                      <a:pt x="760023" y="225503"/>
                    </a:lnTo>
                    <a:cubicBezTo>
                      <a:pt x="780570" y="252993"/>
                      <a:pt x="780570" y="290728"/>
                      <a:pt x="760023" y="318218"/>
                    </a:cubicBezTo>
                    <a:lnTo>
                      <a:pt x="626122" y="497363"/>
                    </a:lnTo>
                    <a:cubicBezTo>
                      <a:pt x="604314" y="526539"/>
                      <a:pt x="570023" y="543720"/>
                      <a:pt x="533597" y="543720"/>
                    </a:cubicBezTo>
                    <a:lnTo>
                      <a:pt x="28998" y="543720"/>
                    </a:lnTo>
                    <a:cubicBezTo>
                      <a:pt x="18023" y="543720"/>
                      <a:pt x="7989" y="537525"/>
                      <a:pt x="3073" y="527712"/>
                    </a:cubicBezTo>
                    <a:cubicBezTo>
                      <a:pt x="-1844" y="517900"/>
                      <a:pt x="-799" y="506154"/>
                      <a:pt x="5772" y="497363"/>
                    </a:cubicBezTo>
                    <a:lnTo>
                      <a:pt x="139672" y="318218"/>
                    </a:lnTo>
                    <a:cubicBezTo>
                      <a:pt x="160220" y="290728"/>
                      <a:pt x="160220" y="252993"/>
                      <a:pt x="139672" y="225503"/>
                    </a:cubicBezTo>
                    <a:lnTo>
                      <a:pt x="5772" y="46357"/>
                    </a:lnTo>
                    <a:cubicBezTo>
                      <a:pt x="-799" y="37567"/>
                      <a:pt x="-1844" y="25820"/>
                      <a:pt x="3073" y="16008"/>
                    </a:cubicBezTo>
                    <a:cubicBezTo>
                      <a:pt x="7989" y="6196"/>
                      <a:pt x="18023" y="0"/>
                      <a:pt x="28998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2" name="TextBox 34">
                <a:extLst>
                  <a:ext uri="{FF2B5EF4-FFF2-40B4-BE49-F238E27FC236}">
                    <a16:creationId xmlns:a16="http://schemas.microsoft.com/office/drawing/2014/main" id="{72470E45-42CD-104E-E6BF-0FEC0DF02CA6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56955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5" name="Group 33">
              <a:extLst>
                <a:ext uri="{FF2B5EF4-FFF2-40B4-BE49-F238E27FC236}">
                  <a16:creationId xmlns:a16="http://schemas.microsoft.com/office/drawing/2014/main" id="{E8D0ACD9-EADD-34B1-1DE0-24C8B81D6FAD}"/>
                </a:ext>
              </a:extLst>
            </p:cNvPr>
            <p:cNvGrpSpPr/>
            <p:nvPr/>
          </p:nvGrpSpPr>
          <p:grpSpPr>
            <a:xfrm>
              <a:off x="10654700" y="2984831"/>
              <a:ext cx="5700075" cy="2006269"/>
              <a:chOff x="0" y="0"/>
              <a:chExt cx="1731954" cy="609600"/>
            </a:xfrm>
          </p:grpSpPr>
          <p:sp>
            <p:nvSpPr>
              <p:cNvPr id="129" name="Freeform 34">
                <a:extLst>
                  <a:ext uri="{FF2B5EF4-FFF2-40B4-BE49-F238E27FC236}">
                    <a16:creationId xmlns:a16="http://schemas.microsoft.com/office/drawing/2014/main" id="{EE7778AC-DDD8-6528-556B-7FD0A8FEC5FB}"/>
                  </a:ext>
                </a:extLst>
              </p:cNvPr>
              <p:cNvSpPr/>
              <p:nvPr/>
            </p:nvSpPr>
            <p:spPr>
              <a:xfrm>
                <a:off x="14412" y="0"/>
                <a:ext cx="1703131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703131" h="609600">
                    <a:moveTo>
                      <a:pt x="240400" y="0"/>
                    </a:moveTo>
                    <a:lnTo>
                      <a:pt x="1665930" y="0"/>
                    </a:lnTo>
                    <a:cubicBezTo>
                      <a:pt x="1677888" y="0"/>
                      <a:pt x="1689117" y="5748"/>
                      <a:pt x="1696108" y="15449"/>
                    </a:cubicBezTo>
                    <a:cubicBezTo>
                      <a:pt x="1703100" y="25149"/>
                      <a:pt x="1705003" y="37620"/>
                      <a:pt x="1701221" y="48964"/>
                    </a:cubicBezTo>
                    <a:lnTo>
                      <a:pt x="1530664" y="560636"/>
                    </a:lnTo>
                    <a:cubicBezTo>
                      <a:pt x="1520917" y="589877"/>
                      <a:pt x="1493553" y="609600"/>
                      <a:pt x="1462730" y="609600"/>
                    </a:cubicBezTo>
                    <a:lnTo>
                      <a:pt x="37200" y="609600"/>
                    </a:lnTo>
                    <a:cubicBezTo>
                      <a:pt x="25242" y="609600"/>
                      <a:pt x="14014" y="603852"/>
                      <a:pt x="7022" y="594151"/>
                    </a:cubicBezTo>
                    <a:cubicBezTo>
                      <a:pt x="30" y="584451"/>
                      <a:pt x="-1872" y="571980"/>
                      <a:pt x="1909" y="560636"/>
                    </a:cubicBezTo>
                    <a:lnTo>
                      <a:pt x="172467" y="48964"/>
                    </a:lnTo>
                    <a:cubicBezTo>
                      <a:pt x="182214" y="19723"/>
                      <a:pt x="209578" y="0"/>
                      <a:pt x="240400" y="0"/>
                    </a:cubicBezTo>
                    <a:close/>
                  </a:path>
                </a:pathLst>
              </a:custGeom>
              <a:solidFill>
                <a:srgbClr val="FFBEC4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" name="TextBox 35">
                <a:extLst>
                  <a:ext uri="{FF2B5EF4-FFF2-40B4-BE49-F238E27FC236}">
                    <a16:creationId xmlns:a16="http://schemas.microsoft.com/office/drawing/2014/main" id="{5B5DCB96-FAFA-0FD0-38CD-E7B99C3F5E17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528754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6" name="TextBox 36">
              <a:extLst>
                <a:ext uri="{FF2B5EF4-FFF2-40B4-BE49-F238E27FC236}">
                  <a16:creationId xmlns:a16="http://schemas.microsoft.com/office/drawing/2014/main" id="{48F7EE3F-E5AA-317B-1230-B94BDA8A62F9}"/>
                </a:ext>
              </a:extLst>
            </p:cNvPr>
            <p:cNvSpPr txBox="1"/>
            <p:nvPr/>
          </p:nvSpPr>
          <p:spPr>
            <a:xfrm>
              <a:off x="9993568" y="3621080"/>
              <a:ext cx="952500" cy="66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529"/>
                </a:lnSpc>
                <a:spcBef>
                  <a:spcPct val="0"/>
                </a:spcBef>
              </a:pPr>
              <a:r>
                <a:rPr lang="en-US" sz="3949" b="1" u="none" strike="noStrike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</a:t>
              </a:r>
              <a:r>
                <a:rPr lang="en-US" sz="3949" b="1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3</a:t>
              </a:r>
              <a:endParaRPr lang="en-US" sz="3949" b="1" u="none" strike="noStrike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127" name="TextBox 45">
              <a:extLst>
                <a:ext uri="{FF2B5EF4-FFF2-40B4-BE49-F238E27FC236}">
                  <a16:creationId xmlns:a16="http://schemas.microsoft.com/office/drawing/2014/main" id="{F32EDDFA-D49F-5DA4-F5E1-907A8B3F9327}"/>
                </a:ext>
              </a:extLst>
            </p:cNvPr>
            <p:cNvSpPr txBox="1"/>
            <p:nvPr/>
          </p:nvSpPr>
          <p:spPr>
            <a:xfrm>
              <a:off x="11535888" y="3653577"/>
              <a:ext cx="3880217" cy="10541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099"/>
                </a:lnSpc>
              </a:pP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Explanation of analytical methods and tools used to explore the dataset. Highlights key patterns, trends, </a:t>
              </a:r>
              <a:b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anomalies to form insights.</a:t>
              </a:r>
            </a:p>
          </p:txBody>
        </p:sp>
        <p:sp>
          <p:nvSpPr>
            <p:cNvPr id="128" name="TextBox 49">
              <a:extLst>
                <a:ext uri="{FF2B5EF4-FFF2-40B4-BE49-F238E27FC236}">
                  <a16:creationId xmlns:a16="http://schemas.microsoft.com/office/drawing/2014/main" id="{68D1AB8E-CC6D-F348-36F8-1D71F5A4FAAA}"/>
                </a:ext>
              </a:extLst>
            </p:cNvPr>
            <p:cNvSpPr txBox="1"/>
            <p:nvPr/>
          </p:nvSpPr>
          <p:spPr>
            <a:xfrm>
              <a:off x="11562744" y="3268254"/>
              <a:ext cx="2857521" cy="293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48"/>
                </a:lnSpc>
              </a:pPr>
              <a:r>
                <a:rPr lang="en-US" sz="1974" b="1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Data Analysis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CC023EB-8E99-4BB3-1416-EC231C41E25B}"/>
              </a:ext>
            </a:extLst>
          </p:cNvPr>
          <p:cNvGrpSpPr/>
          <p:nvPr/>
        </p:nvGrpSpPr>
        <p:grpSpPr>
          <a:xfrm>
            <a:off x="9604079" y="6413831"/>
            <a:ext cx="6758728" cy="2006269"/>
            <a:chOff x="9596047" y="2984831"/>
            <a:chExt cx="6758728" cy="2006269"/>
          </a:xfrm>
        </p:grpSpPr>
        <p:grpSp>
          <p:nvGrpSpPr>
            <p:cNvPr id="144" name="Group 32">
              <a:extLst>
                <a:ext uri="{FF2B5EF4-FFF2-40B4-BE49-F238E27FC236}">
                  <a16:creationId xmlns:a16="http://schemas.microsoft.com/office/drawing/2014/main" id="{622E1ADD-9424-5B62-AA33-BBB00367DCC1}"/>
                </a:ext>
              </a:extLst>
            </p:cNvPr>
            <p:cNvGrpSpPr/>
            <p:nvPr/>
          </p:nvGrpSpPr>
          <p:grpSpPr>
            <a:xfrm rot="-10800000">
              <a:off x="9596047" y="3381455"/>
              <a:ext cx="1986353" cy="1198933"/>
              <a:chOff x="0" y="0"/>
              <a:chExt cx="823551" cy="543720"/>
            </a:xfrm>
          </p:grpSpPr>
          <p:sp>
            <p:nvSpPr>
              <p:cNvPr id="151" name="Freeform 33">
                <a:extLst>
                  <a:ext uri="{FF2B5EF4-FFF2-40B4-BE49-F238E27FC236}">
                    <a16:creationId xmlns:a16="http://schemas.microsoft.com/office/drawing/2014/main" id="{67C78D39-0089-D3FF-E754-CA988179C124}"/>
                  </a:ext>
                </a:extLst>
              </p:cNvPr>
              <p:cNvSpPr/>
              <p:nvPr/>
            </p:nvSpPr>
            <p:spPr>
              <a:xfrm>
                <a:off x="28878" y="0"/>
                <a:ext cx="775433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775433" h="543720">
                    <a:moveTo>
                      <a:pt x="28998" y="0"/>
                    </a:moveTo>
                    <a:lnTo>
                      <a:pt x="533597" y="0"/>
                    </a:lnTo>
                    <a:cubicBezTo>
                      <a:pt x="570023" y="0"/>
                      <a:pt x="604314" y="17181"/>
                      <a:pt x="626122" y="46357"/>
                    </a:cubicBezTo>
                    <a:lnTo>
                      <a:pt x="760023" y="225503"/>
                    </a:lnTo>
                    <a:cubicBezTo>
                      <a:pt x="780570" y="252993"/>
                      <a:pt x="780570" y="290728"/>
                      <a:pt x="760023" y="318218"/>
                    </a:cubicBezTo>
                    <a:lnTo>
                      <a:pt x="626122" y="497363"/>
                    </a:lnTo>
                    <a:cubicBezTo>
                      <a:pt x="604314" y="526539"/>
                      <a:pt x="570023" y="543720"/>
                      <a:pt x="533597" y="543720"/>
                    </a:cubicBezTo>
                    <a:lnTo>
                      <a:pt x="28998" y="543720"/>
                    </a:lnTo>
                    <a:cubicBezTo>
                      <a:pt x="18023" y="543720"/>
                      <a:pt x="7989" y="537525"/>
                      <a:pt x="3073" y="527712"/>
                    </a:cubicBezTo>
                    <a:cubicBezTo>
                      <a:pt x="-1844" y="517900"/>
                      <a:pt x="-799" y="506154"/>
                      <a:pt x="5772" y="497363"/>
                    </a:cubicBezTo>
                    <a:lnTo>
                      <a:pt x="139672" y="318218"/>
                    </a:lnTo>
                    <a:cubicBezTo>
                      <a:pt x="160220" y="290728"/>
                      <a:pt x="160220" y="252993"/>
                      <a:pt x="139672" y="225503"/>
                    </a:cubicBezTo>
                    <a:lnTo>
                      <a:pt x="5772" y="46357"/>
                    </a:lnTo>
                    <a:cubicBezTo>
                      <a:pt x="-799" y="37567"/>
                      <a:pt x="-1844" y="25820"/>
                      <a:pt x="3073" y="16008"/>
                    </a:cubicBezTo>
                    <a:cubicBezTo>
                      <a:pt x="7989" y="6196"/>
                      <a:pt x="18023" y="0"/>
                      <a:pt x="28998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2" name="TextBox 34">
                <a:extLst>
                  <a:ext uri="{FF2B5EF4-FFF2-40B4-BE49-F238E27FC236}">
                    <a16:creationId xmlns:a16="http://schemas.microsoft.com/office/drawing/2014/main" id="{8B7B76E8-A3FE-809E-E002-8CF289F4A764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56955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45" name="Group 33">
              <a:extLst>
                <a:ext uri="{FF2B5EF4-FFF2-40B4-BE49-F238E27FC236}">
                  <a16:creationId xmlns:a16="http://schemas.microsoft.com/office/drawing/2014/main" id="{894FE0E7-DEEB-4E26-BA5C-00AFC36F9F9A}"/>
                </a:ext>
              </a:extLst>
            </p:cNvPr>
            <p:cNvGrpSpPr/>
            <p:nvPr/>
          </p:nvGrpSpPr>
          <p:grpSpPr>
            <a:xfrm>
              <a:off x="10654700" y="2984831"/>
              <a:ext cx="5700075" cy="2006269"/>
              <a:chOff x="0" y="0"/>
              <a:chExt cx="1731954" cy="609600"/>
            </a:xfrm>
          </p:grpSpPr>
          <p:sp>
            <p:nvSpPr>
              <p:cNvPr id="149" name="Freeform 34">
                <a:extLst>
                  <a:ext uri="{FF2B5EF4-FFF2-40B4-BE49-F238E27FC236}">
                    <a16:creationId xmlns:a16="http://schemas.microsoft.com/office/drawing/2014/main" id="{712F13F5-FF70-1E90-FAD6-615107A3A08E}"/>
                  </a:ext>
                </a:extLst>
              </p:cNvPr>
              <p:cNvSpPr/>
              <p:nvPr/>
            </p:nvSpPr>
            <p:spPr>
              <a:xfrm>
                <a:off x="14412" y="0"/>
                <a:ext cx="1703131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703131" h="609600">
                    <a:moveTo>
                      <a:pt x="240400" y="0"/>
                    </a:moveTo>
                    <a:lnTo>
                      <a:pt x="1665930" y="0"/>
                    </a:lnTo>
                    <a:cubicBezTo>
                      <a:pt x="1677888" y="0"/>
                      <a:pt x="1689117" y="5748"/>
                      <a:pt x="1696108" y="15449"/>
                    </a:cubicBezTo>
                    <a:cubicBezTo>
                      <a:pt x="1703100" y="25149"/>
                      <a:pt x="1705003" y="37620"/>
                      <a:pt x="1701221" y="48964"/>
                    </a:cubicBezTo>
                    <a:lnTo>
                      <a:pt x="1530664" y="560636"/>
                    </a:lnTo>
                    <a:cubicBezTo>
                      <a:pt x="1520917" y="589877"/>
                      <a:pt x="1493553" y="609600"/>
                      <a:pt x="1462730" y="609600"/>
                    </a:cubicBezTo>
                    <a:lnTo>
                      <a:pt x="37200" y="609600"/>
                    </a:lnTo>
                    <a:cubicBezTo>
                      <a:pt x="25242" y="609600"/>
                      <a:pt x="14014" y="603852"/>
                      <a:pt x="7022" y="594151"/>
                    </a:cubicBezTo>
                    <a:cubicBezTo>
                      <a:pt x="30" y="584451"/>
                      <a:pt x="-1872" y="571980"/>
                      <a:pt x="1909" y="560636"/>
                    </a:cubicBezTo>
                    <a:lnTo>
                      <a:pt x="172467" y="48964"/>
                    </a:lnTo>
                    <a:cubicBezTo>
                      <a:pt x="182214" y="19723"/>
                      <a:pt x="209578" y="0"/>
                      <a:pt x="240400" y="0"/>
                    </a:cubicBezTo>
                    <a:close/>
                  </a:path>
                </a:pathLst>
              </a:custGeom>
              <a:solidFill>
                <a:srgbClr val="C4E5F4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0" name="TextBox 35">
                <a:extLst>
                  <a:ext uri="{FF2B5EF4-FFF2-40B4-BE49-F238E27FC236}">
                    <a16:creationId xmlns:a16="http://schemas.microsoft.com/office/drawing/2014/main" id="{3031A372-34B4-E106-8772-9B4644C2D09A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528754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46" name="TextBox 36">
              <a:extLst>
                <a:ext uri="{FF2B5EF4-FFF2-40B4-BE49-F238E27FC236}">
                  <a16:creationId xmlns:a16="http://schemas.microsoft.com/office/drawing/2014/main" id="{5EB16BBF-4E32-4408-445C-E5D2D0135745}"/>
                </a:ext>
              </a:extLst>
            </p:cNvPr>
            <p:cNvSpPr txBox="1"/>
            <p:nvPr/>
          </p:nvSpPr>
          <p:spPr>
            <a:xfrm>
              <a:off x="9993568" y="3621080"/>
              <a:ext cx="952500" cy="666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529"/>
                </a:lnSpc>
                <a:spcBef>
                  <a:spcPct val="0"/>
                </a:spcBef>
              </a:pPr>
              <a:r>
                <a:rPr lang="en-US" sz="3949" b="1" u="none" strike="noStrike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</a:t>
              </a:r>
              <a:r>
                <a:rPr lang="en-US" sz="3949" b="1" spc="165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4</a:t>
              </a:r>
              <a:endParaRPr lang="en-US" sz="3949" b="1" u="none" strike="noStrike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endParaRPr>
            </a:p>
          </p:txBody>
        </p:sp>
        <p:sp>
          <p:nvSpPr>
            <p:cNvPr id="147" name="TextBox 45">
              <a:extLst>
                <a:ext uri="{FF2B5EF4-FFF2-40B4-BE49-F238E27FC236}">
                  <a16:creationId xmlns:a16="http://schemas.microsoft.com/office/drawing/2014/main" id="{4957FE1E-75DA-E111-EF3F-8BB5B9D4E0DD}"/>
                </a:ext>
              </a:extLst>
            </p:cNvPr>
            <p:cNvSpPr txBox="1"/>
            <p:nvPr/>
          </p:nvSpPr>
          <p:spPr>
            <a:xfrm>
              <a:off x="11535889" y="3653577"/>
              <a:ext cx="3808700" cy="784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99"/>
                </a:lnSpc>
              </a:pPr>
              <a:r>
                <a:rPr lang="en-US" sz="1399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Final evaluation, presenting actionable insights, limitations, and future considerations.</a:t>
              </a:r>
            </a:p>
          </p:txBody>
        </p:sp>
        <p:sp>
          <p:nvSpPr>
            <p:cNvPr id="148" name="TextBox 49">
              <a:extLst>
                <a:ext uri="{FF2B5EF4-FFF2-40B4-BE49-F238E27FC236}">
                  <a16:creationId xmlns:a16="http://schemas.microsoft.com/office/drawing/2014/main" id="{C063F2E2-39FC-9133-3713-44745C4E932F}"/>
                </a:ext>
              </a:extLst>
            </p:cNvPr>
            <p:cNvSpPr txBox="1"/>
            <p:nvPr/>
          </p:nvSpPr>
          <p:spPr>
            <a:xfrm>
              <a:off x="11562744" y="3268254"/>
              <a:ext cx="2857521" cy="304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48"/>
                </a:lnSpc>
              </a:pPr>
              <a:r>
                <a:rPr lang="en-US" sz="1974" b="1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Conclusion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577CDDF-5A58-A1B6-34F1-B0FB7B7ECFAB}"/>
              </a:ext>
            </a:extLst>
          </p:cNvPr>
          <p:cNvGrpSpPr/>
          <p:nvPr/>
        </p:nvGrpSpPr>
        <p:grpSpPr>
          <a:xfrm rot="1328260">
            <a:off x="16782026" y="3015332"/>
            <a:ext cx="4726025" cy="4924417"/>
            <a:chOff x="15011400" y="-495841"/>
            <a:chExt cx="3841146" cy="3977524"/>
          </a:xfrm>
        </p:grpSpPr>
        <p:grpSp>
          <p:nvGrpSpPr>
            <p:cNvPr id="6" name="Group 74">
              <a:extLst>
                <a:ext uri="{FF2B5EF4-FFF2-40B4-BE49-F238E27FC236}">
                  <a16:creationId xmlns:a16="http://schemas.microsoft.com/office/drawing/2014/main" id="{1AF05EE1-7DE8-2884-1AB0-85F23D5140F1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21" name="Freeform 75">
                <a:extLst>
                  <a:ext uri="{FF2B5EF4-FFF2-40B4-BE49-F238E27FC236}">
                    <a16:creationId xmlns:a16="http://schemas.microsoft.com/office/drawing/2014/main" id="{7D475AC6-C144-093B-6F9C-186C8180EC8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76">
                <a:extLst>
                  <a:ext uri="{FF2B5EF4-FFF2-40B4-BE49-F238E27FC236}">
                    <a16:creationId xmlns:a16="http://schemas.microsoft.com/office/drawing/2014/main" id="{0218A059-D5A4-8893-5CCA-6EC81ADCAEFA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9">
              <a:extLst>
                <a:ext uri="{FF2B5EF4-FFF2-40B4-BE49-F238E27FC236}">
                  <a16:creationId xmlns:a16="http://schemas.microsoft.com/office/drawing/2014/main" id="{6B46FE19-6D3A-C158-D1D2-B95C9C6AABB3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8" name="TextBox 82">
              <a:extLst>
                <a:ext uri="{FF2B5EF4-FFF2-40B4-BE49-F238E27FC236}">
                  <a16:creationId xmlns:a16="http://schemas.microsoft.com/office/drawing/2014/main" id="{D6482DC9-AB5A-BAB7-6A7E-524150E3FE86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3AF6A781-B939-E4A4-7BAF-F6A041768282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9" name="Freeform 84">
                <a:extLst>
                  <a:ext uri="{FF2B5EF4-FFF2-40B4-BE49-F238E27FC236}">
                    <a16:creationId xmlns:a16="http://schemas.microsoft.com/office/drawing/2014/main" id="{B9E37ADD-5812-AD64-D589-EFADFED097F3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85">
                <a:extLst>
                  <a:ext uri="{FF2B5EF4-FFF2-40B4-BE49-F238E27FC236}">
                    <a16:creationId xmlns:a16="http://schemas.microsoft.com/office/drawing/2014/main" id="{3A395E31-28A5-EC19-C427-F77F64DA6BC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0" name="Group 86">
              <a:extLst>
                <a:ext uri="{FF2B5EF4-FFF2-40B4-BE49-F238E27FC236}">
                  <a16:creationId xmlns:a16="http://schemas.microsoft.com/office/drawing/2014/main" id="{B8D870FC-2C93-9E4E-8AF7-48024BABF45F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7" name="Freeform 87">
                <a:extLst>
                  <a:ext uri="{FF2B5EF4-FFF2-40B4-BE49-F238E27FC236}">
                    <a16:creationId xmlns:a16="http://schemas.microsoft.com/office/drawing/2014/main" id="{5A8BB94E-F5F1-4B4E-ADA0-18223239D7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88">
                <a:extLst>
                  <a:ext uri="{FF2B5EF4-FFF2-40B4-BE49-F238E27FC236}">
                    <a16:creationId xmlns:a16="http://schemas.microsoft.com/office/drawing/2014/main" id="{D671CF7E-7761-E9E6-BD1A-D5AA4CB7618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1" name="TextBox 91">
              <a:extLst>
                <a:ext uri="{FF2B5EF4-FFF2-40B4-BE49-F238E27FC236}">
                  <a16:creationId xmlns:a16="http://schemas.microsoft.com/office/drawing/2014/main" id="{87B8A057-5A9F-13F1-16FA-061ACE6F594F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2" name="Group 92">
              <a:extLst>
                <a:ext uri="{FF2B5EF4-FFF2-40B4-BE49-F238E27FC236}">
                  <a16:creationId xmlns:a16="http://schemas.microsoft.com/office/drawing/2014/main" id="{5FDBEF7F-2DEE-8DBC-0751-8D9A460B60AE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5" name="Freeform 93">
                <a:extLst>
                  <a:ext uri="{FF2B5EF4-FFF2-40B4-BE49-F238E27FC236}">
                    <a16:creationId xmlns:a16="http://schemas.microsoft.com/office/drawing/2014/main" id="{4425B303-C7A2-24F9-2AFE-B9FBEC5BB7D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94">
                <a:extLst>
                  <a:ext uri="{FF2B5EF4-FFF2-40B4-BE49-F238E27FC236}">
                    <a16:creationId xmlns:a16="http://schemas.microsoft.com/office/drawing/2014/main" id="{E881EDE2-896E-07E3-4184-7BD2CDE0F09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3" name="TextBox 97">
              <a:extLst>
                <a:ext uri="{FF2B5EF4-FFF2-40B4-BE49-F238E27FC236}">
                  <a16:creationId xmlns:a16="http://schemas.microsoft.com/office/drawing/2014/main" id="{30517416-CD92-7962-086D-BD3E0B372DCC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4" name="TextBox 100">
              <a:extLst>
                <a:ext uri="{FF2B5EF4-FFF2-40B4-BE49-F238E27FC236}">
                  <a16:creationId xmlns:a16="http://schemas.microsoft.com/office/drawing/2014/main" id="{D242D5DE-F7A3-4E8C-AFF6-18BEC65166C4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6" name="Freeform 70">
            <a:extLst>
              <a:ext uri="{FF2B5EF4-FFF2-40B4-BE49-F238E27FC236}">
                <a16:creationId xmlns:a16="http://schemas.microsoft.com/office/drawing/2014/main" id="{38333319-C67F-1A1D-70B0-81AB1ED62D60}"/>
              </a:ext>
            </a:extLst>
          </p:cNvPr>
          <p:cNvSpPr/>
          <p:nvPr/>
        </p:nvSpPr>
        <p:spPr>
          <a:xfrm>
            <a:off x="7501044" y="3143523"/>
            <a:ext cx="539053" cy="606297"/>
          </a:xfrm>
          <a:custGeom>
            <a:avLst/>
            <a:gdLst/>
            <a:ahLst/>
            <a:cxnLst/>
            <a:rect l="l" t="t" r="r" b="b"/>
            <a:pathLst>
              <a:path w="539053" h="606297">
                <a:moveTo>
                  <a:pt x="0" y="0"/>
                </a:moveTo>
                <a:lnTo>
                  <a:pt x="539052" y="0"/>
                </a:lnTo>
                <a:lnTo>
                  <a:pt x="539052" y="606297"/>
                </a:lnTo>
                <a:lnTo>
                  <a:pt x="0" y="606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7" name="Freeform 50">
            <a:extLst>
              <a:ext uri="{FF2B5EF4-FFF2-40B4-BE49-F238E27FC236}">
                <a16:creationId xmlns:a16="http://schemas.microsoft.com/office/drawing/2014/main" id="{D0F7068E-D643-ADF9-77BF-76D5FAE8A6DF}"/>
              </a:ext>
            </a:extLst>
          </p:cNvPr>
          <p:cNvSpPr/>
          <p:nvPr/>
        </p:nvSpPr>
        <p:spPr>
          <a:xfrm>
            <a:off x="7498826" y="6556564"/>
            <a:ext cx="585671" cy="585671"/>
          </a:xfrm>
          <a:custGeom>
            <a:avLst/>
            <a:gdLst/>
            <a:ahLst/>
            <a:cxnLst/>
            <a:rect l="l" t="t" r="r" b="b"/>
            <a:pathLst>
              <a:path w="585671" h="585671">
                <a:moveTo>
                  <a:pt x="0" y="0"/>
                </a:moveTo>
                <a:lnTo>
                  <a:pt x="585671" y="0"/>
                </a:lnTo>
                <a:lnTo>
                  <a:pt x="585671" y="585670"/>
                </a:lnTo>
                <a:lnTo>
                  <a:pt x="0" y="5856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8" name="Freeform 44">
            <a:extLst>
              <a:ext uri="{FF2B5EF4-FFF2-40B4-BE49-F238E27FC236}">
                <a16:creationId xmlns:a16="http://schemas.microsoft.com/office/drawing/2014/main" id="{C2C5ACA3-E872-01E6-A168-9E17931DE680}"/>
              </a:ext>
            </a:extLst>
          </p:cNvPr>
          <p:cNvSpPr/>
          <p:nvPr/>
        </p:nvSpPr>
        <p:spPr>
          <a:xfrm>
            <a:off x="15454013" y="3146406"/>
            <a:ext cx="522000" cy="522000"/>
          </a:xfrm>
          <a:custGeom>
            <a:avLst/>
            <a:gdLst/>
            <a:ahLst/>
            <a:cxnLst/>
            <a:rect l="l" t="t" r="r" b="b"/>
            <a:pathLst>
              <a:path w="547987" h="547987">
                <a:moveTo>
                  <a:pt x="0" y="0"/>
                </a:moveTo>
                <a:lnTo>
                  <a:pt x="547986" y="0"/>
                </a:lnTo>
                <a:lnTo>
                  <a:pt x="547986" y="547986"/>
                </a:lnTo>
                <a:lnTo>
                  <a:pt x="0" y="547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0" name="Freeform 56">
            <a:extLst>
              <a:ext uri="{FF2B5EF4-FFF2-40B4-BE49-F238E27FC236}">
                <a16:creationId xmlns:a16="http://schemas.microsoft.com/office/drawing/2014/main" id="{3B0D4D85-CB7B-455B-FD10-2C251C0C6BA7}"/>
              </a:ext>
            </a:extLst>
          </p:cNvPr>
          <p:cNvSpPr/>
          <p:nvPr/>
        </p:nvSpPr>
        <p:spPr>
          <a:xfrm>
            <a:off x="15467148" y="6556564"/>
            <a:ext cx="416273" cy="600919"/>
          </a:xfrm>
          <a:custGeom>
            <a:avLst/>
            <a:gdLst/>
            <a:ahLst/>
            <a:cxnLst/>
            <a:rect l="l" t="t" r="r" b="b"/>
            <a:pathLst>
              <a:path w="416273" h="600919">
                <a:moveTo>
                  <a:pt x="0" y="0"/>
                </a:moveTo>
                <a:lnTo>
                  <a:pt x="416273" y="0"/>
                </a:lnTo>
                <a:lnTo>
                  <a:pt x="416273" y="600920"/>
                </a:lnTo>
                <a:lnTo>
                  <a:pt x="0" y="600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3E765-BD6C-D015-2BBD-9248A445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4">
            <a:extLst>
              <a:ext uri="{FF2B5EF4-FFF2-40B4-BE49-F238E27FC236}">
                <a16:creationId xmlns:a16="http://schemas.microsoft.com/office/drawing/2014/main" id="{AA6B3A09-245C-3733-154A-5E47738AB57C}"/>
              </a:ext>
            </a:extLst>
          </p:cNvPr>
          <p:cNvSpPr/>
          <p:nvPr/>
        </p:nvSpPr>
        <p:spPr>
          <a:xfrm>
            <a:off x="8766630" y="5325503"/>
            <a:ext cx="8278838" cy="684611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FFE8A3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GB" dirty="0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D7746545-7312-B2AB-B472-939878D65672}"/>
              </a:ext>
            </a:extLst>
          </p:cNvPr>
          <p:cNvSpPr txBox="1"/>
          <p:nvPr/>
        </p:nvSpPr>
        <p:spPr>
          <a:xfrm>
            <a:off x="6781800" y="5113657"/>
            <a:ext cx="10398639" cy="893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0600" b="1" dirty="0">
                <a:solidFill>
                  <a:srgbClr val="233D80"/>
                </a:solidFill>
                <a:latin typeface="Montserrat Medium"/>
                <a:ea typeface="Montserrat Ultra-Bold"/>
                <a:cs typeface="Montserrat Ultra-Bold"/>
              </a:rPr>
              <a:t>Introduction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F83718-ADC0-5A75-C26A-64309AAEC5AE}"/>
              </a:ext>
            </a:extLst>
          </p:cNvPr>
          <p:cNvGrpSpPr/>
          <p:nvPr/>
        </p:nvGrpSpPr>
        <p:grpSpPr>
          <a:xfrm rot="12400782">
            <a:off x="-2878201" y="360298"/>
            <a:ext cx="9000000" cy="9000000"/>
            <a:chOff x="15011400" y="-495841"/>
            <a:chExt cx="3841146" cy="3977524"/>
          </a:xfrm>
        </p:grpSpPr>
        <p:grpSp>
          <p:nvGrpSpPr>
            <p:cNvPr id="22" name="Group 74">
              <a:extLst>
                <a:ext uri="{FF2B5EF4-FFF2-40B4-BE49-F238E27FC236}">
                  <a16:creationId xmlns:a16="http://schemas.microsoft.com/office/drawing/2014/main" id="{B81BDCED-94C0-6EB3-9AFA-4E006B507059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37" name="Freeform 75">
                <a:extLst>
                  <a:ext uri="{FF2B5EF4-FFF2-40B4-BE49-F238E27FC236}">
                    <a16:creationId xmlns:a16="http://schemas.microsoft.com/office/drawing/2014/main" id="{645CFCC9-31E5-1BF3-506F-01D95582F6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76">
                <a:extLst>
                  <a:ext uri="{FF2B5EF4-FFF2-40B4-BE49-F238E27FC236}">
                    <a16:creationId xmlns:a16="http://schemas.microsoft.com/office/drawing/2014/main" id="{8D9F0FFF-A7B1-A081-BDCC-0DEA88B0A58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79">
              <a:extLst>
                <a:ext uri="{FF2B5EF4-FFF2-40B4-BE49-F238E27FC236}">
                  <a16:creationId xmlns:a16="http://schemas.microsoft.com/office/drawing/2014/main" id="{585E4198-58FD-7021-E6C7-06522A3E0701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ECB47B91-E26B-797B-ECB6-CEE01789E521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5" name="Group 83">
              <a:extLst>
                <a:ext uri="{FF2B5EF4-FFF2-40B4-BE49-F238E27FC236}">
                  <a16:creationId xmlns:a16="http://schemas.microsoft.com/office/drawing/2014/main" id="{CEA46C64-2587-785A-5BE8-B181560C4431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90B32153-10E7-F307-14BA-DE022ECEAADF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85">
                <a:extLst>
                  <a:ext uri="{FF2B5EF4-FFF2-40B4-BE49-F238E27FC236}">
                    <a16:creationId xmlns:a16="http://schemas.microsoft.com/office/drawing/2014/main" id="{6E71E212-B9A1-89F3-C012-354B04B5BD1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103CEC2C-DC4D-B912-AB23-6B75B02B4235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33" name="Freeform 87">
                <a:extLst>
                  <a:ext uri="{FF2B5EF4-FFF2-40B4-BE49-F238E27FC236}">
                    <a16:creationId xmlns:a16="http://schemas.microsoft.com/office/drawing/2014/main" id="{C7318C89-A3F5-1470-1980-12A13AD23B9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88">
                <a:extLst>
                  <a:ext uri="{FF2B5EF4-FFF2-40B4-BE49-F238E27FC236}">
                    <a16:creationId xmlns:a16="http://schemas.microsoft.com/office/drawing/2014/main" id="{003F27AF-EEE3-B41C-71E8-9ACA97B155E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7" name="TextBox 91">
              <a:extLst>
                <a:ext uri="{FF2B5EF4-FFF2-40B4-BE49-F238E27FC236}">
                  <a16:creationId xmlns:a16="http://schemas.microsoft.com/office/drawing/2014/main" id="{AF39D771-FAA6-9E61-99AD-BD6C00EE8B42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8" name="Group 92">
              <a:extLst>
                <a:ext uri="{FF2B5EF4-FFF2-40B4-BE49-F238E27FC236}">
                  <a16:creationId xmlns:a16="http://schemas.microsoft.com/office/drawing/2014/main" id="{E03F242B-B646-EB8C-5A00-22924FDC7E32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31" name="Freeform 93">
                <a:extLst>
                  <a:ext uri="{FF2B5EF4-FFF2-40B4-BE49-F238E27FC236}">
                    <a16:creationId xmlns:a16="http://schemas.microsoft.com/office/drawing/2014/main" id="{B63D6260-8BBF-0F28-05DD-57D511BA8D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4">
                <a:extLst>
                  <a:ext uri="{FF2B5EF4-FFF2-40B4-BE49-F238E27FC236}">
                    <a16:creationId xmlns:a16="http://schemas.microsoft.com/office/drawing/2014/main" id="{0AAD8861-1367-5958-CE25-476142C8098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97">
              <a:extLst>
                <a:ext uri="{FF2B5EF4-FFF2-40B4-BE49-F238E27FC236}">
                  <a16:creationId xmlns:a16="http://schemas.microsoft.com/office/drawing/2014/main" id="{BD3BAF1F-9C36-3C88-3A55-818458384EA1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0" name="TextBox 100">
              <a:extLst>
                <a:ext uri="{FF2B5EF4-FFF2-40B4-BE49-F238E27FC236}">
                  <a16:creationId xmlns:a16="http://schemas.microsoft.com/office/drawing/2014/main" id="{9EB9D3AA-E25E-E850-3249-56D748FC7E29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9" name="TextBox 36">
            <a:extLst>
              <a:ext uri="{FF2B5EF4-FFF2-40B4-BE49-F238E27FC236}">
                <a16:creationId xmlns:a16="http://schemas.microsoft.com/office/drawing/2014/main" id="{30AAC4E9-C52C-ED91-FAE0-DB305444AEE3}"/>
              </a:ext>
            </a:extLst>
          </p:cNvPr>
          <p:cNvSpPr txBox="1"/>
          <p:nvPr/>
        </p:nvSpPr>
        <p:spPr>
          <a:xfrm>
            <a:off x="1242533" y="5144741"/>
            <a:ext cx="4283074" cy="1074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17200" b="1" spc="165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  <a:r>
              <a:rPr lang="en-US" sz="17200" b="1" u="none" strike="noStrike" spc="165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.</a:t>
            </a:r>
          </a:p>
        </p:txBody>
      </p:sp>
      <p:sp>
        <p:nvSpPr>
          <p:cNvPr id="41" name="Freeform 84">
            <a:extLst>
              <a:ext uri="{FF2B5EF4-FFF2-40B4-BE49-F238E27FC236}">
                <a16:creationId xmlns:a16="http://schemas.microsoft.com/office/drawing/2014/main" id="{42DC8B90-029D-9B33-0F9F-9165FFCC4671}"/>
              </a:ext>
            </a:extLst>
          </p:cNvPr>
          <p:cNvSpPr/>
          <p:nvPr/>
        </p:nvSpPr>
        <p:spPr>
          <a:xfrm rot="12400782">
            <a:off x="409185" y="212161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4E5F4"/>
          </a:solidFill>
        </p:spPr>
        <p:txBody>
          <a:bodyPr/>
          <a:lstStyle/>
          <a:p>
            <a:endParaRPr lang="en-GB"/>
          </a:p>
        </p:txBody>
      </p:sp>
      <p:sp>
        <p:nvSpPr>
          <p:cNvPr id="42" name="Freeform 84">
            <a:extLst>
              <a:ext uri="{FF2B5EF4-FFF2-40B4-BE49-F238E27FC236}">
                <a16:creationId xmlns:a16="http://schemas.microsoft.com/office/drawing/2014/main" id="{E2B6D555-C31A-8517-649F-94E8E16A02C9}"/>
              </a:ext>
            </a:extLst>
          </p:cNvPr>
          <p:cNvSpPr/>
          <p:nvPr/>
        </p:nvSpPr>
        <p:spPr>
          <a:xfrm rot="12400782">
            <a:off x="691725" y="8967125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8AEB6"/>
          </a:solidFill>
        </p:spPr>
        <p:txBody>
          <a:bodyPr/>
          <a:lstStyle/>
          <a:p>
            <a:endParaRPr lang="en-GB"/>
          </a:p>
        </p:txBody>
      </p:sp>
      <p:sp>
        <p:nvSpPr>
          <p:cNvPr id="45" name="TextBox 56">
            <a:extLst>
              <a:ext uri="{FF2B5EF4-FFF2-40B4-BE49-F238E27FC236}">
                <a16:creationId xmlns:a16="http://schemas.microsoft.com/office/drawing/2014/main" id="{431C1DC7-333B-00DF-AB21-AF60D1043C4F}"/>
              </a:ext>
            </a:extLst>
          </p:cNvPr>
          <p:cNvSpPr txBox="1"/>
          <p:nvPr/>
        </p:nvSpPr>
        <p:spPr>
          <a:xfrm>
            <a:off x="6946715" y="6211489"/>
            <a:ext cx="10398639" cy="68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/>
                <a:ea typeface="Montserrat Ultra-Bold"/>
                <a:cs typeface="Montserrat Ultra-Bold"/>
                <a:sym typeface="Montserrat Ultra-Bold"/>
              </a:rPr>
              <a:t>Presented By | ***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EC7D57E-4B8C-F5FC-CD9A-E8FA9A28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927" y="2508668"/>
            <a:ext cx="1908213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3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F0A2A-B9CF-7575-EE71-AE0EBFA4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9">
            <a:extLst>
              <a:ext uri="{FF2B5EF4-FFF2-40B4-BE49-F238E27FC236}">
                <a16:creationId xmlns:a16="http://schemas.microsoft.com/office/drawing/2014/main" id="{7A0CBEE6-0DC5-13C1-D8AF-F229816B3FD9}"/>
              </a:ext>
            </a:extLst>
          </p:cNvPr>
          <p:cNvSpPr/>
          <p:nvPr/>
        </p:nvSpPr>
        <p:spPr>
          <a:xfrm flipH="1" flipV="1">
            <a:off x="9127982" y="4973918"/>
            <a:ext cx="1028" cy="758679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Box 56">
            <a:extLst>
              <a:ext uri="{FF2B5EF4-FFF2-40B4-BE49-F238E27FC236}">
                <a16:creationId xmlns:a16="http://schemas.microsoft.com/office/drawing/2014/main" id="{20D9C8EE-4F48-EAD8-304D-3C74A325E96D}"/>
              </a:ext>
            </a:extLst>
          </p:cNvPr>
          <p:cNvSpPr txBox="1"/>
          <p:nvPr/>
        </p:nvSpPr>
        <p:spPr>
          <a:xfrm>
            <a:off x="3956913" y="679768"/>
            <a:ext cx="10374173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Why We Chose this </a:t>
            </a:r>
            <a:b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</a:b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Topic?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8D09680-E148-5B1E-939A-8E3FAEB4B2F1}"/>
              </a:ext>
            </a:extLst>
          </p:cNvPr>
          <p:cNvGrpSpPr/>
          <p:nvPr/>
        </p:nvGrpSpPr>
        <p:grpSpPr>
          <a:xfrm rot="14887244">
            <a:off x="-1455672" y="-1643673"/>
            <a:ext cx="4726025" cy="4924417"/>
            <a:chOff x="15011400" y="-495841"/>
            <a:chExt cx="3841146" cy="3977524"/>
          </a:xfrm>
        </p:grpSpPr>
        <p:grpSp>
          <p:nvGrpSpPr>
            <p:cNvPr id="89" name="Group 74">
              <a:extLst>
                <a:ext uri="{FF2B5EF4-FFF2-40B4-BE49-F238E27FC236}">
                  <a16:creationId xmlns:a16="http://schemas.microsoft.com/office/drawing/2014/main" id="{3F906241-2826-E6D2-7118-4BCA055A3120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04" name="Freeform 75">
                <a:extLst>
                  <a:ext uri="{FF2B5EF4-FFF2-40B4-BE49-F238E27FC236}">
                    <a16:creationId xmlns:a16="http://schemas.microsoft.com/office/drawing/2014/main" id="{293D46C7-EA63-301E-50E8-F2AC17994E5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TextBox 76">
                <a:extLst>
                  <a:ext uri="{FF2B5EF4-FFF2-40B4-BE49-F238E27FC236}">
                    <a16:creationId xmlns:a16="http://schemas.microsoft.com/office/drawing/2014/main" id="{0AB1C1DE-2D89-8565-B76F-6454655E140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0" name="TextBox 79">
              <a:extLst>
                <a:ext uri="{FF2B5EF4-FFF2-40B4-BE49-F238E27FC236}">
                  <a16:creationId xmlns:a16="http://schemas.microsoft.com/office/drawing/2014/main" id="{B3460E0B-EF77-AA70-1B6C-DAA85526DEEC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1" name="TextBox 82">
              <a:extLst>
                <a:ext uri="{FF2B5EF4-FFF2-40B4-BE49-F238E27FC236}">
                  <a16:creationId xmlns:a16="http://schemas.microsoft.com/office/drawing/2014/main" id="{D5DD7A61-5992-FBF2-C64D-62E6B4B46F4D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2" name="Group 83">
              <a:extLst>
                <a:ext uri="{FF2B5EF4-FFF2-40B4-BE49-F238E27FC236}">
                  <a16:creationId xmlns:a16="http://schemas.microsoft.com/office/drawing/2014/main" id="{C27E9ED5-C721-C4DD-8348-15E2E1F6146D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02" name="Freeform 84">
                <a:extLst>
                  <a:ext uri="{FF2B5EF4-FFF2-40B4-BE49-F238E27FC236}">
                    <a16:creationId xmlns:a16="http://schemas.microsoft.com/office/drawing/2014/main" id="{CC3776F7-B243-9C04-2F4B-CD2030AF0486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TextBox 85">
                <a:extLst>
                  <a:ext uri="{FF2B5EF4-FFF2-40B4-BE49-F238E27FC236}">
                    <a16:creationId xmlns:a16="http://schemas.microsoft.com/office/drawing/2014/main" id="{A737A34A-F2DE-0572-FCEC-7AE189F485B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3" name="Group 86">
              <a:extLst>
                <a:ext uri="{FF2B5EF4-FFF2-40B4-BE49-F238E27FC236}">
                  <a16:creationId xmlns:a16="http://schemas.microsoft.com/office/drawing/2014/main" id="{3EF9BB62-A2A2-AE01-D227-AF41DC4AB3DB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00" name="Freeform 87">
                <a:extLst>
                  <a:ext uri="{FF2B5EF4-FFF2-40B4-BE49-F238E27FC236}">
                    <a16:creationId xmlns:a16="http://schemas.microsoft.com/office/drawing/2014/main" id="{D8BDC98E-A674-FB95-CDC0-80EDA42FA45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1" name="TextBox 88">
                <a:extLst>
                  <a:ext uri="{FF2B5EF4-FFF2-40B4-BE49-F238E27FC236}">
                    <a16:creationId xmlns:a16="http://schemas.microsoft.com/office/drawing/2014/main" id="{7DF4B78A-3A39-CABB-DD00-0D01735C1FB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4" name="TextBox 91">
              <a:extLst>
                <a:ext uri="{FF2B5EF4-FFF2-40B4-BE49-F238E27FC236}">
                  <a16:creationId xmlns:a16="http://schemas.microsoft.com/office/drawing/2014/main" id="{39F9B892-0A04-DCF0-DF3A-711A2159DEF2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5" name="Group 92">
              <a:extLst>
                <a:ext uri="{FF2B5EF4-FFF2-40B4-BE49-F238E27FC236}">
                  <a16:creationId xmlns:a16="http://schemas.microsoft.com/office/drawing/2014/main" id="{EA4A17D4-1273-3400-6BD9-17A2AA6576A6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98" name="Freeform 93">
                <a:extLst>
                  <a:ext uri="{FF2B5EF4-FFF2-40B4-BE49-F238E27FC236}">
                    <a16:creationId xmlns:a16="http://schemas.microsoft.com/office/drawing/2014/main" id="{39AE8D9D-4641-6F20-6349-CBABC8E38E8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9" name="TextBox 94">
                <a:extLst>
                  <a:ext uri="{FF2B5EF4-FFF2-40B4-BE49-F238E27FC236}">
                    <a16:creationId xmlns:a16="http://schemas.microsoft.com/office/drawing/2014/main" id="{D5C9DF15-517E-D826-A5B7-94E5275B342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6" name="TextBox 97">
              <a:extLst>
                <a:ext uri="{FF2B5EF4-FFF2-40B4-BE49-F238E27FC236}">
                  <a16:creationId xmlns:a16="http://schemas.microsoft.com/office/drawing/2014/main" id="{11E6FF35-961C-1AD1-23EF-E86099E17DDD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7" name="TextBox 100">
              <a:extLst>
                <a:ext uri="{FF2B5EF4-FFF2-40B4-BE49-F238E27FC236}">
                  <a16:creationId xmlns:a16="http://schemas.microsoft.com/office/drawing/2014/main" id="{1A2B74C7-97BD-13B3-1FC9-2C1F41D46BCD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64511379-03D8-71B5-B6AC-43D1803A3815}"/>
              </a:ext>
            </a:extLst>
          </p:cNvPr>
          <p:cNvSpPr/>
          <p:nvPr/>
        </p:nvSpPr>
        <p:spPr>
          <a:xfrm>
            <a:off x="2433756" y="4435616"/>
            <a:ext cx="13458382" cy="69649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72D7D6-213F-B409-4918-01EF35CBEB23}"/>
              </a:ext>
            </a:extLst>
          </p:cNvPr>
          <p:cNvGrpSpPr/>
          <p:nvPr/>
        </p:nvGrpSpPr>
        <p:grpSpPr>
          <a:xfrm>
            <a:off x="6780109" y="3602907"/>
            <a:ext cx="4725725" cy="1487587"/>
            <a:chOff x="0" y="-38100"/>
            <a:chExt cx="1491632" cy="574190"/>
          </a:xfrm>
        </p:grpSpPr>
        <p:sp>
          <p:nvSpPr>
            <p:cNvPr id="143" name="Freeform 4">
              <a:extLst>
                <a:ext uri="{FF2B5EF4-FFF2-40B4-BE49-F238E27FC236}">
                  <a16:creationId xmlns:a16="http://schemas.microsoft.com/office/drawing/2014/main" id="{2A319D90-8C34-578F-CDA2-82A491724A23}"/>
                </a:ext>
              </a:extLst>
            </p:cNvPr>
            <p:cNvSpPr/>
            <p:nvPr/>
          </p:nvSpPr>
          <p:spPr>
            <a:xfrm>
              <a:off x="0" y="0"/>
              <a:ext cx="1491632" cy="536090"/>
            </a:xfrm>
            <a:custGeom>
              <a:avLst/>
              <a:gdLst/>
              <a:ahLst/>
              <a:cxnLst/>
              <a:rect l="l" t="t" r="r" b="b"/>
              <a:pathLst>
                <a:path w="1491632" h="536090">
                  <a:moveTo>
                    <a:pt x="49148" y="0"/>
                  </a:moveTo>
                  <a:lnTo>
                    <a:pt x="1442485" y="0"/>
                  </a:lnTo>
                  <a:cubicBezTo>
                    <a:pt x="1455519" y="0"/>
                    <a:pt x="1468020" y="5178"/>
                    <a:pt x="1477237" y="14395"/>
                  </a:cubicBezTo>
                  <a:cubicBezTo>
                    <a:pt x="1486454" y="23612"/>
                    <a:pt x="1491632" y="36113"/>
                    <a:pt x="1491632" y="49148"/>
                  </a:cubicBezTo>
                  <a:lnTo>
                    <a:pt x="1491632" y="486943"/>
                  </a:lnTo>
                  <a:cubicBezTo>
                    <a:pt x="1491632" y="514086"/>
                    <a:pt x="1469628" y="536090"/>
                    <a:pt x="1442485" y="536090"/>
                  </a:cubicBezTo>
                  <a:lnTo>
                    <a:pt x="49148" y="536090"/>
                  </a:lnTo>
                  <a:cubicBezTo>
                    <a:pt x="36113" y="536090"/>
                    <a:pt x="23612" y="530912"/>
                    <a:pt x="14395" y="521695"/>
                  </a:cubicBezTo>
                  <a:cubicBezTo>
                    <a:pt x="5178" y="512478"/>
                    <a:pt x="0" y="499977"/>
                    <a:pt x="0" y="486943"/>
                  </a:cubicBezTo>
                  <a:lnTo>
                    <a:pt x="0" y="49148"/>
                  </a:lnTo>
                  <a:cubicBezTo>
                    <a:pt x="0" y="36113"/>
                    <a:pt x="5178" y="23612"/>
                    <a:pt x="14395" y="14395"/>
                  </a:cubicBezTo>
                  <a:cubicBezTo>
                    <a:pt x="23612" y="5178"/>
                    <a:pt x="36113" y="0"/>
                    <a:pt x="49148" y="0"/>
                  </a:cubicBezTo>
                  <a:close/>
                </a:path>
              </a:pathLst>
            </a:custGeom>
            <a:solidFill>
              <a:srgbClr val="E1E7F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4" name="TextBox 5">
              <a:extLst>
                <a:ext uri="{FF2B5EF4-FFF2-40B4-BE49-F238E27FC236}">
                  <a16:creationId xmlns:a16="http://schemas.microsoft.com/office/drawing/2014/main" id="{D8B10B29-4162-C614-8C9C-036399486F27}"/>
                </a:ext>
              </a:extLst>
            </p:cNvPr>
            <p:cNvSpPr txBox="1"/>
            <p:nvPr/>
          </p:nvSpPr>
          <p:spPr>
            <a:xfrm>
              <a:off x="0" y="-38100"/>
              <a:ext cx="1491632" cy="574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476B0F93-1E36-0CE7-8500-CE0AC9E61A0C}"/>
              </a:ext>
            </a:extLst>
          </p:cNvPr>
          <p:cNvSpPr/>
          <p:nvPr/>
        </p:nvSpPr>
        <p:spPr>
          <a:xfrm flipV="1">
            <a:off x="2382374" y="4435616"/>
            <a:ext cx="0" cy="1296981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1E9BC6-F93E-69E1-7CA8-1A0A760309D2}"/>
              </a:ext>
            </a:extLst>
          </p:cNvPr>
          <p:cNvGrpSpPr/>
          <p:nvPr/>
        </p:nvGrpSpPr>
        <p:grpSpPr>
          <a:xfrm>
            <a:off x="923806" y="6519454"/>
            <a:ext cx="2917136" cy="1695716"/>
            <a:chOff x="0" y="-38100"/>
            <a:chExt cx="920767" cy="441840"/>
          </a:xfrm>
        </p:grpSpPr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A65BDD6E-EFAD-12B8-D273-CAF82489F511}"/>
                </a:ext>
              </a:extLst>
            </p:cNvPr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9618" y="0"/>
                  </a:moveTo>
                  <a:lnTo>
                    <a:pt x="841149" y="0"/>
                  </a:lnTo>
                  <a:cubicBezTo>
                    <a:pt x="862265" y="0"/>
                    <a:pt x="882516" y="8388"/>
                    <a:pt x="897448" y="23320"/>
                  </a:cubicBezTo>
                  <a:cubicBezTo>
                    <a:pt x="912379" y="38251"/>
                    <a:pt x="920767" y="58502"/>
                    <a:pt x="920767" y="79618"/>
                  </a:cubicBezTo>
                  <a:lnTo>
                    <a:pt x="920767" y="324121"/>
                  </a:lnTo>
                  <a:cubicBezTo>
                    <a:pt x="920767" y="345238"/>
                    <a:pt x="912379" y="365489"/>
                    <a:pt x="897448" y="380420"/>
                  </a:cubicBezTo>
                  <a:cubicBezTo>
                    <a:pt x="882516" y="395351"/>
                    <a:pt x="862265" y="403740"/>
                    <a:pt x="841149" y="403740"/>
                  </a:cubicBezTo>
                  <a:lnTo>
                    <a:pt x="79618" y="403740"/>
                  </a:lnTo>
                  <a:cubicBezTo>
                    <a:pt x="58502" y="403740"/>
                    <a:pt x="38251" y="395351"/>
                    <a:pt x="23320" y="380420"/>
                  </a:cubicBezTo>
                  <a:cubicBezTo>
                    <a:pt x="8388" y="365489"/>
                    <a:pt x="0" y="345238"/>
                    <a:pt x="0" y="324121"/>
                  </a:cubicBezTo>
                  <a:lnTo>
                    <a:pt x="0" y="79618"/>
                  </a:lnTo>
                  <a:cubicBezTo>
                    <a:pt x="0" y="58502"/>
                    <a:pt x="8388" y="38251"/>
                    <a:pt x="23320" y="23320"/>
                  </a:cubicBezTo>
                  <a:cubicBezTo>
                    <a:pt x="38251" y="8388"/>
                    <a:pt x="58502" y="0"/>
                    <a:pt x="79618" y="0"/>
                  </a:cubicBezTo>
                  <a:close/>
                </a:path>
              </a:pathLst>
            </a:custGeom>
            <a:solidFill>
              <a:srgbClr val="C4E5F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42" name="TextBox 11">
              <a:extLst>
                <a:ext uri="{FF2B5EF4-FFF2-40B4-BE49-F238E27FC236}">
                  <a16:creationId xmlns:a16="http://schemas.microsoft.com/office/drawing/2014/main" id="{B70644A9-120C-449C-63B1-58B88E3AB733}"/>
                </a:ext>
              </a:extLst>
            </p:cNvPr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A6347E-B5EB-8E92-25A7-89D3A40C89CA}"/>
              </a:ext>
            </a:extLst>
          </p:cNvPr>
          <p:cNvGrpSpPr/>
          <p:nvPr/>
        </p:nvGrpSpPr>
        <p:grpSpPr>
          <a:xfrm>
            <a:off x="1906124" y="6163911"/>
            <a:ext cx="952500" cy="952500"/>
            <a:chOff x="0" y="0"/>
            <a:chExt cx="812800" cy="812800"/>
          </a:xfrm>
        </p:grpSpPr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C0263485-7BC4-3A9E-E121-3BFA38D9C1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40" name="TextBox 14">
              <a:extLst>
                <a:ext uri="{FF2B5EF4-FFF2-40B4-BE49-F238E27FC236}">
                  <a16:creationId xmlns:a16="http://schemas.microsoft.com/office/drawing/2014/main" id="{E472E209-53DE-2F6E-ECE8-1BE6631364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176A7D-261D-DF5A-02E6-9B1E164AE9DE}"/>
              </a:ext>
            </a:extLst>
          </p:cNvPr>
          <p:cNvGrpSpPr/>
          <p:nvPr/>
        </p:nvGrpSpPr>
        <p:grpSpPr>
          <a:xfrm rot="-10800000">
            <a:off x="2186357" y="5602428"/>
            <a:ext cx="392033" cy="315835"/>
            <a:chOff x="75415" y="89768"/>
            <a:chExt cx="771359" cy="621432"/>
          </a:xfrm>
        </p:grpSpPr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3F6169B9-1E4D-0164-7358-03022AF72AC4}"/>
                </a:ext>
              </a:extLst>
            </p:cNvPr>
            <p:cNvSpPr/>
            <p:nvPr/>
          </p:nvSpPr>
          <p:spPr>
            <a:xfrm>
              <a:off x="75415" y="89768"/>
              <a:ext cx="771359" cy="621432"/>
            </a:xfrm>
            <a:custGeom>
              <a:avLst/>
              <a:gdLst/>
              <a:ahLst/>
              <a:cxnLst/>
              <a:rect l="l" t="t" r="r" b="b"/>
              <a:pathLst>
                <a:path w="771359" h="621432">
                  <a:moveTo>
                    <a:pt x="475539" y="48834"/>
                  </a:moveTo>
                  <a:lnTo>
                    <a:pt x="756913" y="482830"/>
                  </a:lnTo>
                  <a:cubicBezTo>
                    <a:pt x="774811" y="510436"/>
                    <a:pt x="776173" y="545621"/>
                    <a:pt x="760464" y="574528"/>
                  </a:cubicBezTo>
                  <a:cubicBezTo>
                    <a:pt x="744754" y="603435"/>
                    <a:pt x="714490" y="621432"/>
                    <a:pt x="681590" y="621432"/>
                  </a:cubicBezTo>
                  <a:lnTo>
                    <a:pt x="89767" y="621432"/>
                  </a:lnTo>
                  <a:cubicBezTo>
                    <a:pt x="56867" y="621432"/>
                    <a:pt x="26604" y="603435"/>
                    <a:pt x="10894" y="574528"/>
                  </a:cubicBezTo>
                  <a:cubicBezTo>
                    <a:pt x="-4815" y="545621"/>
                    <a:pt x="-3453" y="510436"/>
                    <a:pt x="14445" y="482830"/>
                  </a:cubicBezTo>
                  <a:lnTo>
                    <a:pt x="295819" y="48834"/>
                  </a:lnTo>
                  <a:cubicBezTo>
                    <a:pt x="315563" y="18381"/>
                    <a:pt x="349386" y="0"/>
                    <a:pt x="385679" y="0"/>
                  </a:cubicBezTo>
                  <a:cubicBezTo>
                    <a:pt x="421972" y="0"/>
                    <a:pt x="455795" y="18381"/>
                    <a:pt x="475539" y="48834"/>
                  </a:cubicBezTo>
                  <a:close/>
                </a:path>
              </a:pathLst>
            </a:custGeom>
            <a:solidFill>
              <a:srgbClr val="27A1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TextBox 17">
              <a:extLst>
                <a:ext uri="{FF2B5EF4-FFF2-40B4-BE49-F238E27FC236}">
                  <a16:creationId xmlns:a16="http://schemas.microsoft.com/office/drawing/2014/main" id="{46EC40B4-C30D-9B4A-4BE8-81A5B304D1CC}"/>
                </a:ext>
              </a:extLst>
            </p:cNvPr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3" name="AutoShape 19">
            <a:extLst>
              <a:ext uri="{FF2B5EF4-FFF2-40B4-BE49-F238E27FC236}">
                <a16:creationId xmlns:a16="http://schemas.microsoft.com/office/drawing/2014/main" id="{39D7501E-CA31-91A8-5DB6-52761DE57483}"/>
              </a:ext>
            </a:extLst>
          </p:cNvPr>
          <p:cNvSpPr/>
          <p:nvPr/>
        </p:nvSpPr>
        <p:spPr>
          <a:xfrm flipV="1">
            <a:off x="5763187" y="4507053"/>
            <a:ext cx="0" cy="1225543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71E578-7B46-DE96-676B-84B2D3DF4905}"/>
              </a:ext>
            </a:extLst>
          </p:cNvPr>
          <p:cNvGrpSpPr/>
          <p:nvPr/>
        </p:nvGrpSpPr>
        <p:grpSpPr>
          <a:xfrm>
            <a:off x="4304619" y="6520996"/>
            <a:ext cx="2917136" cy="1694174"/>
            <a:chOff x="0" y="-38100"/>
            <a:chExt cx="920767" cy="441840"/>
          </a:xfrm>
        </p:grpSpPr>
        <p:sp>
          <p:nvSpPr>
            <p:cNvPr id="135" name="Freeform 21">
              <a:extLst>
                <a:ext uri="{FF2B5EF4-FFF2-40B4-BE49-F238E27FC236}">
                  <a16:creationId xmlns:a16="http://schemas.microsoft.com/office/drawing/2014/main" id="{0999B48D-5635-D2A0-192D-11C6EDCDC261}"/>
                </a:ext>
              </a:extLst>
            </p:cNvPr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9618" y="0"/>
                  </a:moveTo>
                  <a:lnTo>
                    <a:pt x="841149" y="0"/>
                  </a:lnTo>
                  <a:cubicBezTo>
                    <a:pt x="862265" y="0"/>
                    <a:pt x="882516" y="8388"/>
                    <a:pt x="897448" y="23320"/>
                  </a:cubicBezTo>
                  <a:cubicBezTo>
                    <a:pt x="912379" y="38251"/>
                    <a:pt x="920767" y="58502"/>
                    <a:pt x="920767" y="79618"/>
                  </a:cubicBezTo>
                  <a:lnTo>
                    <a:pt x="920767" y="324121"/>
                  </a:lnTo>
                  <a:cubicBezTo>
                    <a:pt x="920767" y="345238"/>
                    <a:pt x="912379" y="365489"/>
                    <a:pt x="897448" y="380420"/>
                  </a:cubicBezTo>
                  <a:cubicBezTo>
                    <a:pt x="882516" y="395351"/>
                    <a:pt x="862265" y="403740"/>
                    <a:pt x="841149" y="403740"/>
                  </a:cubicBezTo>
                  <a:lnTo>
                    <a:pt x="79618" y="403740"/>
                  </a:lnTo>
                  <a:cubicBezTo>
                    <a:pt x="58502" y="403740"/>
                    <a:pt x="38251" y="395351"/>
                    <a:pt x="23320" y="380420"/>
                  </a:cubicBezTo>
                  <a:cubicBezTo>
                    <a:pt x="8388" y="365489"/>
                    <a:pt x="0" y="345238"/>
                    <a:pt x="0" y="324121"/>
                  </a:cubicBezTo>
                  <a:lnTo>
                    <a:pt x="0" y="79618"/>
                  </a:lnTo>
                  <a:cubicBezTo>
                    <a:pt x="0" y="58502"/>
                    <a:pt x="8388" y="38251"/>
                    <a:pt x="23320" y="23320"/>
                  </a:cubicBezTo>
                  <a:cubicBezTo>
                    <a:pt x="38251" y="8388"/>
                    <a:pt x="58502" y="0"/>
                    <a:pt x="79618" y="0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6" name="TextBox 22">
              <a:extLst>
                <a:ext uri="{FF2B5EF4-FFF2-40B4-BE49-F238E27FC236}">
                  <a16:creationId xmlns:a16="http://schemas.microsoft.com/office/drawing/2014/main" id="{44C90320-E7FA-ECBE-2C74-DC00A480FA6B}"/>
                </a:ext>
              </a:extLst>
            </p:cNvPr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7558F3-D945-4348-60FD-16A5054AF436}"/>
              </a:ext>
            </a:extLst>
          </p:cNvPr>
          <p:cNvGrpSpPr/>
          <p:nvPr/>
        </p:nvGrpSpPr>
        <p:grpSpPr>
          <a:xfrm>
            <a:off x="5286937" y="6163911"/>
            <a:ext cx="952500" cy="952500"/>
            <a:chOff x="0" y="0"/>
            <a:chExt cx="812800" cy="812800"/>
          </a:xfrm>
        </p:grpSpPr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3B50D883-8D22-A181-084E-78AC42D7D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4" name="TextBox 25">
              <a:extLst>
                <a:ext uri="{FF2B5EF4-FFF2-40B4-BE49-F238E27FC236}">
                  <a16:creationId xmlns:a16="http://schemas.microsoft.com/office/drawing/2014/main" id="{E802C1A8-AC2C-4513-792E-D6DF210360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A7C44A-1D9C-CD7E-13F7-8FCE277331C8}"/>
              </a:ext>
            </a:extLst>
          </p:cNvPr>
          <p:cNvGrpSpPr/>
          <p:nvPr/>
        </p:nvGrpSpPr>
        <p:grpSpPr>
          <a:xfrm rot="-10800000">
            <a:off x="5567170" y="5602428"/>
            <a:ext cx="392033" cy="315835"/>
            <a:chOff x="75415" y="89768"/>
            <a:chExt cx="771359" cy="621432"/>
          </a:xfrm>
        </p:grpSpPr>
        <p:sp>
          <p:nvSpPr>
            <p:cNvPr id="131" name="Freeform 27">
              <a:extLst>
                <a:ext uri="{FF2B5EF4-FFF2-40B4-BE49-F238E27FC236}">
                  <a16:creationId xmlns:a16="http://schemas.microsoft.com/office/drawing/2014/main" id="{56EDB62A-0624-D2EE-DAFE-6F42E42ABBB8}"/>
                </a:ext>
              </a:extLst>
            </p:cNvPr>
            <p:cNvSpPr/>
            <p:nvPr/>
          </p:nvSpPr>
          <p:spPr>
            <a:xfrm>
              <a:off x="75415" y="89768"/>
              <a:ext cx="771359" cy="621432"/>
            </a:xfrm>
            <a:custGeom>
              <a:avLst/>
              <a:gdLst/>
              <a:ahLst/>
              <a:cxnLst/>
              <a:rect l="l" t="t" r="r" b="b"/>
              <a:pathLst>
                <a:path w="771359" h="621432">
                  <a:moveTo>
                    <a:pt x="475539" y="48834"/>
                  </a:moveTo>
                  <a:lnTo>
                    <a:pt x="756913" y="482830"/>
                  </a:lnTo>
                  <a:cubicBezTo>
                    <a:pt x="774811" y="510436"/>
                    <a:pt x="776173" y="545621"/>
                    <a:pt x="760464" y="574528"/>
                  </a:cubicBezTo>
                  <a:cubicBezTo>
                    <a:pt x="744754" y="603435"/>
                    <a:pt x="714490" y="621432"/>
                    <a:pt x="681590" y="621432"/>
                  </a:cubicBezTo>
                  <a:lnTo>
                    <a:pt x="89767" y="621432"/>
                  </a:lnTo>
                  <a:cubicBezTo>
                    <a:pt x="56867" y="621432"/>
                    <a:pt x="26604" y="603435"/>
                    <a:pt x="10894" y="574528"/>
                  </a:cubicBezTo>
                  <a:cubicBezTo>
                    <a:pt x="-4815" y="545621"/>
                    <a:pt x="-3453" y="510436"/>
                    <a:pt x="14445" y="482830"/>
                  </a:cubicBezTo>
                  <a:lnTo>
                    <a:pt x="295819" y="48834"/>
                  </a:lnTo>
                  <a:cubicBezTo>
                    <a:pt x="315563" y="18381"/>
                    <a:pt x="349386" y="0"/>
                    <a:pt x="385679" y="0"/>
                  </a:cubicBezTo>
                  <a:cubicBezTo>
                    <a:pt x="421972" y="0"/>
                    <a:pt x="455795" y="18381"/>
                    <a:pt x="475539" y="48834"/>
                  </a:cubicBezTo>
                  <a:close/>
                </a:path>
              </a:pathLst>
            </a:custGeom>
            <a:solidFill>
              <a:srgbClr val="E4667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2" name="TextBox 28">
              <a:extLst>
                <a:ext uri="{FF2B5EF4-FFF2-40B4-BE49-F238E27FC236}">
                  <a16:creationId xmlns:a16="http://schemas.microsoft.com/office/drawing/2014/main" id="{291C38FB-A55F-E16D-95E6-3827A2C4D096}"/>
                </a:ext>
              </a:extLst>
            </p:cNvPr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A93AA5-C5D1-ABDB-5A05-7B77CAE9B381}"/>
              </a:ext>
            </a:extLst>
          </p:cNvPr>
          <p:cNvGrpSpPr/>
          <p:nvPr/>
        </p:nvGrpSpPr>
        <p:grpSpPr>
          <a:xfrm>
            <a:off x="7685432" y="6522538"/>
            <a:ext cx="2917136" cy="1692631"/>
            <a:chOff x="0" y="-38100"/>
            <a:chExt cx="920767" cy="441840"/>
          </a:xfrm>
        </p:grpSpPr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6354244-FF81-3DB6-65C1-C2C8A06695FD}"/>
                </a:ext>
              </a:extLst>
            </p:cNvPr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9618" y="0"/>
                  </a:moveTo>
                  <a:lnTo>
                    <a:pt x="841149" y="0"/>
                  </a:lnTo>
                  <a:cubicBezTo>
                    <a:pt x="862265" y="0"/>
                    <a:pt x="882516" y="8388"/>
                    <a:pt x="897448" y="23320"/>
                  </a:cubicBezTo>
                  <a:cubicBezTo>
                    <a:pt x="912379" y="38251"/>
                    <a:pt x="920767" y="58502"/>
                    <a:pt x="920767" y="79618"/>
                  </a:cubicBezTo>
                  <a:lnTo>
                    <a:pt x="920767" y="324121"/>
                  </a:lnTo>
                  <a:cubicBezTo>
                    <a:pt x="920767" y="345238"/>
                    <a:pt x="912379" y="365489"/>
                    <a:pt x="897448" y="380420"/>
                  </a:cubicBezTo>
                  <a:cubicBezTo>
                    <a:pt x="882516" y="395351"/>
                    <a:pt x="862265" y="403740"/>
                    <a:pt x="841149" y="403740"/>
                  </a:cubicBezTo>
                  <a:lnTo>
                    <a:pt x="79618" y="403740"/>
                  </a:lnTo>
                  <a:cubicBezTo>
                    <a:pt x="58502" y="403740"/>
                    <a:pt x="38251" y="395351"/>
                    <a:pt x="23320" y="380420"/>
                  </a:cubicBezTo>
                  <a:cubicBezTo>
                    <a:pt x="8388" y="365489"/>
                    <a:pt x="0" y="345238"/>
                    <a:pt x="0" y="324121"/>
                  </a:cubicBezTo>
                  <a:lnTo>
                    <a:pt x="0" y="79618"/>
                  </a:lnTo>
                  <a:cubicBezTo>
                    <a:pt x="0" y="58502"/>
                    <a:pt x="8388" y="38251"/>
                    <a:pt x="23320" y="23320"/>
                  </a:cubicBezTo>
                  <a:cubicBezTo>
                    <a:pt x="38251" y="8388"/>
                    <a:pt x="58502" y="0"/>
                    <a:pt x="79618" y="0"/>
                  </a:cubicBezTo>
                  <a:close/>
                </a:path>
              </a:pathLst>
            </a:custGeom>
            <a:solidFill>
              <a:srgbClr val="B5EBE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TextBox 32">
              <a:extLst>
                <a:ext uri="{FF2B5EF4-FFF2-40B4-BE49-F238E27FC236}">
                  <a16:creationId xmlns:a16="http://schemas.microsoft.com/office/drawing/2014/main" id="{60EA860E-EDC2-AB62-0387-406C2A74429D}"/>
                </a:ext>
              </a:extLst>
            </p:cNvPr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305CFE-AA16-6BC3-24ED-8FFA0C64D44B}"/>
              </a:ext>
            </a:extLst>
          </p:cNvPr>
          <p:cNvGrpSpPr/>
          <p:nvPr/>
        </p:nvGrpSpPr>
        <p:grpSpPr>
          <a:xfrm>
            <a:off x="8667750" y="6163911"/>
            <a:ext cx="952500" cy="952500"/>
            <a:chOff x="0" y="0"/>
            <a:chExt cx="812800" cy="812800"/>
          </a:xfrm>
        </p:grpSpPr>
        <p:sp>
          <p:nvSpPr>
            <p:cNvPr id="127" name="Freeform 34">
              <a:extLst>
                <a:ext uri="{FF2B5EF4-FFF2-40B4-BE49-F238E27FC236}">
                  <a16:creationId xmlns:a16="http://schemas.microsoft.com/office/drawing/2014/main" id="{D106903E-E914-706B-A02C-6E18C6F1A5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8" name="TextBox 35">
              <a:extLst>
                <a:ext uri="{FF2B5EF4-FFF2-40B4-BE49-F238E27FC236}">
                  <a16:creationId xmlns:a16="http://schemas.microsoft.com/office/drawing/2014/main" id="{48AD46AE-B05B-FB8F-FE55-F7C9E39C6A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7D72A7-22D3-9166-913D-894A914CF464}"/>
              </a:ext>
            </a:extLst>
          </p:cNvPr>
          <p:cNvGrpSpPr/>
          <p:nvPr/>
        </p:nvGrpSpPr>
        <p:grpSpPr>
          <a:xfrm rot="-10800000">
            <a:off x="8947983" y="5602428"/>
            <a:ext cx="392033" cy="315835"/>
            <a:chOff x="75415" y="89768"/>
            <a:chExt cx="771359" cy="621432"/>
          </a:xfrm>
        </p:grpSpPr>
        <p:sp>
          <p:nvSpPr>
            <p:cNvPr id="125" name="Freeform 38">
              <a:extLst>
                <a:ext uri="{FF2B5EF4-FFF2-40B4-BE49-F238E27FC236}">
                  <a16:creationId xmlns:a16="http://schemas.microsoft.com/office/drawing/2014/main" id="{6514B8A6-C8AF-8816-E142-8E7F6425C22E}"/>
                </a:ext>
              </a:extLst>
            </p:cNvPr>
            <p:cNvSpPr/>
            <p:nvPr/>
          </p:nvSpPr>
          <p:spPr>
            <a:xfrm>
              <a:off x="75415" y="89768"/>
              <a:ext cx="771359" cy="621432"/>
            </a:xfrm>
            <a:custGeom>
              <a:avLst/>
              <a:gdLst/>
              <a:ahLst/>
              <a:cxnLst/>
              <a:rect l="l" t="t" r="r" b="b"/>
              <a:pathLst>
                <a:path w="771359" h="621432">
                  <a:moveTo>
                    <a:pt x="475539" y="48834"/>
                  </a:moveTo>
                  <a:lnTo>
                    <a:pt x="756913" y="482830"/>
                  </a:lnTo>
                  <a:cubicBezTo>
                    <a:pt x="774811" y="510436"/>
                    <a:pt x="776173" y="545621"/>
                    <a:pt x="760464" y="574528"/>
                  </a:cubicBezTo>
                  <a:cubicBezTo>
                    <a:pt x="744754" y="603435"/>
                    <a:pt x="714490" y="621432"/>
                    <a:pt x="681590" y="621432"/>
                  </a:cubicBezTo>
                  <a:lnTo>
                    <a:pt x="89767" y="621432"/>
                  </a:lnTo>
                  <a:cubicBezTo>
                    <a:pt x="56867" y="621432"/>
                    <a:pt x="26604" y="603435"/>
                    <a:pt x="10894" y="574528"/>
                  </a:cubicBezTo>
                  <a:cubicBezTo>
                    <a:pt x="-4815" y="545621"/>
                    <a:pt x="-3453" y="510436"/>
                    <a:pt x="14445" y="482830"/>
                  </a:cubicBezTo>
                  <a:lnTo>
                    <a:pt x="295819" y="48834"/>
                  </a:lnTo>
                  <a:cubicBezTo>
                    <a:pt x="315563" y="18381"/>
                    <a:pt x="349386" y="0"/>
                    <a:pt x="385679" y="0"/>
                  </a:cubicBezTo>
                  <a:cubicBezTo>
                    <a:pt x="421972" y="0"/>
                    <a:pt x="455795" y="18381"/>
                    <a:pt x="475539" y="48834"/>
                  </a:cubicBezTo>
                  <a:close/>
                </a:path>
              </a:pathLst>
            </a:custGeom>
            <a:solidFill>
              <a:srgbClr val="38AEB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TextBox 39">
              <a:extLst>
                <a:ext uri="{FF2B5EF4-FFF2-40B4-BE49-F238E27FC236}">
                  <a16:creationId xmlns:a16="http://schemas.microsoft.com/office/drawing/2014/main" id="{F9A28C23-4EAF-DC58-7D9F-FA9172899C72}"/>
                </a:ext>
              </a:extLst>
            </p:cNvPr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5" name="AutoShape 40">
            <a:extLst>
              <a:ext uri="{FF2B5EF4-FFF2-40B4-BE49-F238E27FC236}">
                <a16:creationId xmlns:a16="http://schemas.microsoft.com/office/drawing/2014/main" id="{7D8267D8-6DB6-1684-E66A-DEF87E1AAAC6}"/>
              </a:ext>
            </a:extLst>
          </p:cNvPr>
          <p:cNvSpPr/>
          <p:nvPr/>
        </p:nvSpPr>
        <p:spPr>
          <a:xfrm flipV="1">
            <a:off x="12524813" y="4507053"/>
            <a:ext cx="0" cy="1225543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449E8-A646-83F0-0967-339CDEA65E40}"/>
              </a:ext>
            </a:extLst>
          </p:cNvPr>
          <p:cNvGrpSpPr/>
          <p:nvPr/>
        </p:nvGrpSpPr>
        <p:grpSpPr>
          <a:xfrm>
            <a:off x="11066245" y="6524081"/>
            <a:ext cx="2917136" cy="1691088"/>
            <a:chOff x="0" y="-38100"/>
            <a:chExt cx="920767" cy="441840"/>
          </a:xfrm>
        </p:grpSpPr>
        <p:sp>
          <p:nvSpPr>
            <p:cNvPr id="123" name="Freeform 42">
              <a:extLst>
                <a:ext uri="{FF2B5EF4-FFF2-40B4-BE49-F238E27FC236}">
                  <a16:creationId xmlns:a16="http://schemas.microsoft.com/office/drawing/2014/main" id="{5CC8C0C3-3C52-FA92-45FE-3EBAB857A739}"/>
                </a:ext>
              </a:extLst>
            </p:cNvPr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9618" y="0"/>
                  </a:moveTo>
                  <a:lnTo>
                    <a:pt x="841149" y="0"/>
                  </a:lnTo>
                  <a:cubicBezTo>
                    <a:pt x="862265" y="0"/>
                    <a:pt x="882516" y="8388"/>
                    <a:pt x="897448" y="23320"/>
                  </a:cubicBezTo>
                  <a:cubicBezTo>
                    <a:pt x="912379" y="38251"/>
                    <a:pt x="920767" y="58502"/>
                    <a:pt x="920767" y="79618"/>
                  </a:cubicBezTo>
                  <a:lnTo>
                    <a:pt x="920767" y="324121"/>
                  </a:lnTo>
                  <a:cubicBezTo>
                    <a:pt x="920767" y="345238"/>
                    <a:pt x="912379" y="365489"/>
                    <a:pt x="897448" y="380420"/>
                  </a:cubicBezTo>
                  <a:cubicBezTo>
                    <a:pt x="882516" y="395351"/>
                    <a:pt x="862265" y="403740"/>
                    <a:pt x="841149" y="403740"/>
                  </a:cubicBezTo>
                  <a:lnTo>
                    <a:pt x="79618" y="403740"/>
                  </a:lnTo>
                  <a:cubicBezTo>
                    <a:pt x="58502" y="403740"/>
                    <a:pt x="38251" y="395351"/>
                    <a:pt x="23320" y="380420"/>
                  </a:cubicBezTo>
                  <a:cubicBezTo>
                    <a:pt x="8388" y="365489"/>
                    <a:pt x="0" y="345238"/>
                    <a:pt x="0" y="324121"/>
                  </a:cubicBezTo>
                  <a:lnTo>
                    <a:pt x="0" y="79618"/>
                  </a:lnTo>
                  <a:cubicBezTo>
                    <a:pt x="0" y="58502"/>
                    <a:pt x="8388" y="38251"/>
                    <a:pt x="23320" y="23320"/>
                  </a:cubicBezTo>
                  <a:cubicBezTo>
                    <a:pt x="38251" y="8388"/>
                    <a:pt x="58502" y="0"/>
                    <a:pt x="79618" y="0"/>
                  </a:cubicBezTo>
                  <a:close/>
                </a:path>
              </a:pathLst>
            </a:custGeom>
            <a:solidFill>
              <a:srgbClr val="FFE8A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TextBox 43">
              <a:extLst>
                <a:ext uri="{FF2B5EF4-FFF2-40B4-BE49-F238E27FC236}">
                  <a16:creationId xmlns:a16="http://schemas.microsoft.com/office/drawing/2014/main" id="{23FF6235-ADFB-7B95-8B5E-C4E7DB269916}"/>
                </a:ext>
              </a:extLst>
            </p:cNvPr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536428-251A-F2C0-CF53-FAB2E394419F}"/>
              </a:ext>
            </a:extLst>
          </p:cNvPr>
          <p:cNvGrpSpPr/>
          <p:nvPr/>
        </p:nvGrpSpPr>
        <p:grpSpPr>
          <a:xfrm>
            <a:off x="12048563" y="6163911"/>
            <a:ext cx="952500" cy="952500"/>
            <a:chOff x="0" y="0"/>
            <a:chExt cx="812800" cy="812800"/>
          </a:xfrm>
        </p:grpSpPr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4BE1C66-71EE-284C-9963-34F3356E90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TextBox 46">
              <a:extLst>
                <a:ext uri="{FF2B5EF4-FFF2-40B4-BE49-F238E27FC236}">
                  <a16:creationId xmlns:a16="http://schemas.microsoft.com/office/drawing/2014/main" id="{0E7BC51E-0952-2A20-02E2-42536B7BBA3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7FBFAB-A5D6-4CA6-424E-A5793B59131B}"/>
              </a:ext>
            </a:extLst>
          </p:cNvPr>
          <p:cNvGrpSpPr/>
          <p:nvPr/>
        </p:nvGrpSpPr>
        <p:grpSpPr>
          <a:xfrm rot="-10800000">
            <a:off x="12328796" y="5602428"/>
            <a:ext cx="392033" cy="315835"/>
            <a:chOff x="75415" y="89768"/>
            <a:chExt cx="771359" cy="621432"/>
          </a:xfrm>
        </p:grpSpPr>
        <p:sp>
          <p:nvSpPr>
            <p:cNvPr id="119" name="Freeform 49">
              <a:extLst>
                <a:ext uri="{FF2B5EF4-FFF2-40B4-BE49-F238E27FC236}">
                  <a16:creationId xmlns:a16="http://schemas.microsoft.com/office/drawing/2014/main" id="{DA24CEC7-D3B4-F7C3-823A-E68BBE83A69B}"/>
                </a:ext>
              </a:extLst>
            </p:cNvPr>
            <p:cNvSpPr/>
            <p:nvPr/>
          </p:nvSpPr>
          <p:spPr>
            <a:xfrm>
              <a:off x="75415" y="89768"/>
              <a:ext cx="771359" cy="621432"/>
            </a:xfrm>
            <a:custGeom>
              <a:avLst/>
              <a:gdLst/>
              <a:ahLst/>
              <a:cxnLst/>
              <a:rect l="l" t="t" r="r" b="b"/>
              <a:pathLst>
                <a:path w="771359" h="621432">
                  <a:moveTo>
                    <a:pt x="475539" y="48834"/>
                  </a:moveTo>
                  <a:lnTo>
                    <a:pt x="756913" y="482830"/>
                  </a:lnTo>
                  <a:cubicBezTo>
                    <a:pt x="774811" y="510436"/>
                    <a:pt x="776173" y="545621"/>
                    <a:pt x="760464" y="574528"/>
                  </a:cubicBezTo>
                  <a:cubicBezTo>
                    <a:pt x="744754" y="603435"/>
                    <a:pt x="714490" y="621432"/>
                    <a:pt x="681590" y="621432"/>
                  </a:cubicBezTo>
                  <a:lnTo>
                    <a:pt x="89767" y="621432"/>
                  </a:lnTo>
                  <a:cubicBezTo>
                    <a:pt x="56867" y="621432"/>
                    <a:pt x="26604" y="603435"/>
                    <a:pt x="10894" y="574528"/>
                  </a:cubicBezTo>
                  <a:cubicBezTo>
                    <a:pt x="-4815" y="545621"/>
                    <a:pt x="-3453" y="510436"/>
                    <a:pt x="14445" y="482830"/>
                  </a:cubicBezTo>
                  <a:lnTo>
                    <a:pt x="295819" y="48834"/>
                  </a:lnTo>
                  <a:cubicBezTo>
                    <a:pt x="315563" y="18381"/>
                    <a:pt x="349386" y="0"/>
                    <a:pt x="385679" y="0"/>
                  </a:cubicBezTo>
                  <a:cubicBezTo>
                    <a:pt x="421972" y="0"/>
                    <a:pt x="455795" y="18381"/>
                    <a:pt x="475539" y="48834"/>
                  </a:cubicBezTo>
                  <a:close/>
                </a:path>
              </a:pathLst>
            </a:custGeom>
            <a:solidFill>
              <a:srgbClr val="DDA70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TextBox 50">
              <a:extLst>
                <a:ext uri="{FF2B5EF4-FFF2-40B4-BE49-F238E27FC236}">
                  <a16:creationId xmlns:a16="http://schemas.microsoft.com/office/drawing/2014/main" id="{2C415843-DF67-5952-4670-CD5196E5133A}"/>
                </a:ext>
              </a:extLst>
            </p:cNvPr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30" name="AutoShape 51">
            <a:extLst>
              <a:ext uri="{FF2B5EF4-FFF2-40B4-BE49-F238E27FC236}">
                <a16:creationId xmlns:a16="http://schemas.microsoft.com/office/drawing/2014/main" id="{E3FE7BDC-E9E1-57F6-B4F3-357B6E1D60BC}"/>
              </a:ext>
            </a:extLst>
          </p:cNvPr>
          <p:cNvSpPr/>
          <p:nvPr/>
        </p:nvSpPr>
        <p:spPr>
          <a:xfrm flipV="1">
            <a:off x="15901130" y="4507053"/>
            <a:ext cx="8992" cy="1225545"/>
          </a:xfrm>
          <a:prstGeom prst="line">
            <a:avLst/>
          </a:prstGeom>
          <a:ln w="47625" cap="flat">
            <a:solidFill>
              <a:srgbClr val="8D9193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FC3730-1087-C2ED-320E-32ACE3ABE073}"/>
              </a:ext>
            </a:extLst>
          </p:cNvPr>
          <p:cNvGrpSpPr/>
          <p:nvPr/>
        </p:nvGrpSpPr>
        <p:grpSpPr>
          <a:xfrm>
            <a:off x="14447058" y="6524080"/>
            <a:ext cx="2917136" cy="1691087"/>
            <a:chOff x="0" y="-38100"/>
            <a:chExt cx="920767" cy="441840"/>
          </a:xfrm>
        </p:grpSpPr>
        <p:sp>
          <p:nvSpPr>
            <p:cNvPr id="117" name="Freeform 53">
              <a:extLst>
                <a:ext uri="{FF2B5EF4-FFF2-40B4-BE49-F238E27FC236}">
                  <a16:creationId xmlns:a16="http://schemas.microsoft.com/office/drawing/2014/main" id="{9D27683B-DC8A-DC45-133F-C8EFCBC438C6}"/>
                </a:ext>
              </a:extLst>
            </p:cNvPr>
            <p:cNvSpPr/>
            <p:nvPr/>
          </p:nvSpPr>
          <p:spPr>
            <a:xfrm>
              <a:off x="0" y="0"/>
              <a:ext cx="920767" cy="403740"/>
            </a:xfrm>
            <a:custGeom>
              <a:avLst/>
              <a:gdLst/>
              <a:ahLst/>
              <a:cxnLst/>
              <a:rect l="l" t="t" r="r" b="b"/>
              <a:pathLst>
                <a:path w="920767" h="403740">
                  <a:moveTo>
                    <a:pt x="79618" y="0"/>
                  </a:moveTo>
                  <a:lnTo>
                    <a:pt x="841149" y="0"/>
                  </a:lnTo>
                  <a:cubicBezTo>
                    <a:pt x="862265" y="0"/>
                    <a:pt x="882516" y="8388"/>
                    <a:pt x="897448" y="23320"/>
                  </a:cubicBezTo>
                  <a:cubicBezTo>
                    <a:pt x="912379" y="38251"/>
                    <a:pt x="920767" y="58502"/>
                    <a:pt x="920767" y="79618"/>
                  </a:cubicBezTo>
                  <a:lnTo>
                    <a:pt x="920767" y="324121"/>
                  </a:lnTo>
                  <a:cubicBezTo>
                    <a:pt x="920767" y="345238"/>
                    <a:pt x="912379" y="365489"/>
                    <a:pt x="897448" y="380420"/>
                  </a:cubicBezTo>
                  <a:cubicBezTo>
                    <a:pt x="882516" y="395351"/>
                    <a:pt x="862265" y="403740"/>
                    <a:pt x="841149" y="403740"/>
                  </a:cubicBezTo>
                  <a:lnTo>
                    <a:pt x="79618" y="403740"/>
                  </a:lnTo>
                  <a:cubicBezTo>
                    <a:pt x="58502" y="403740"/>
                    <a:pt x="38251" y="395351"/>
                    <a:pt x="23320" y="380420"/>
                  </a:cubicBezTo>
                  <a:cubicBezTo>
                    <a:pt x="8388" y="365489"/>
                    <a:pt x="0" y="345238"/>
                    <a:pt x="0" y="324121"/>
                  </a:cubicBezTo>
                  <a:lnTo>
                    <a:pt x="0" y="79618"/>
                  </a:lnTo>
                  <a:cubicBezTo>
                    <a:pt x="0" y="58502"/>
                    <a:pt x="8388" y="38251"/>
                    <a:pt x="23320" y="23320"/>
                  </a:cubicBezTo>
                  <a:cubicBezTo>
                    <a:pt x="38251" y="8388"/>
                    <a:pt x="58502" y="0"/>
                    <a:pt x="79618" y="0"/>
                  </a:cubicBezTo>
                  <a:close/>
                </a:path>
              </a:pathLst>
            </a:custGeom>
            <a:solidFill>
              <a:srgbClr val="C4E5F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8" name="TextBox 54">
              <a:extLst>
                <a:ext uri="{FF2B5EF4-FFF2-40B4-BE49-F238E27FC236}">
                  <a16:creationId xmlns:a16="http://schemas.microsoft.com/office/drawing/2014/main" id="{F6D4C61E-3D45-B643-69C6-E009F1B4C8CF}"/>
                </a:ext>
              </a:extLst>
            </p:cNvPr>
            <p:cNvSpPr txBox="1"/>
            <p:nvPr/>
          </p:nvSpPr>
          <p:spPr>
            <a:xfrm>
              <a:off x="0" y="-38100"/>
              <a:ext cx="920767" cy="4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34003-095D-71A1-DABF-133A2085D8B5}"/>
              </a:ext>
            </a:extLst>
          </p:cNvPr>
          <p:cNvGrpSpPr/>
          <p:nvPr/>
        </p:nvGrpSpPr>
        <p:grpSpPr>
          <a:xfrm>
            <a:off x="15429376" y="6163911"/>
            <a:ext cx="952500" cy="952500"/>
            <a:chOff x="0" y="0"/>
            <a:chExt cx="812800" cy="812800"/>
          </a:xfrm>
        </p:grpSpPr>
        <p:sp>
          <p:nvSpPr>
            <p:cNvPr id="115" name="Freeform 56">
              <a:extLst>
                <a:ext uri="{FF2B5EF4-FFF2-40B4-BE49-F238E27FC236}">
                  <a16:creationId xmlns:a16="http://schemas.microsoft.com/office/drawing/2014/main" id="{08331895-E2DD-2414-F1BF-B7F4583A88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6" name="TextBox 57">
              <a:extLst>
                <a:ext uri="{FF2B5EF4-FFF2-40B4-BE49-F238E27FC236}">
                  <a16:creationId xmlns:a16="http://schemas.microsoft.com/office/drawing/2014/main" id="{7C6F0471-7ED7-C807-925B-82A4E8B5E8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631B74-FA04-572C-E2CA-5E9DD6C14847}"/>
              </a:ext>
            </a:extLst>
          </p:cNvPr>
          <p:cNvGrpSpPr/>
          <p:nvPr/>
        </p:nvGrpSpPr>
        <p:grpSpPr>
          <a:xfrm rot="-10800000">
            <a:off x="15709609" y="5602428"/>
            <a:ext cx="392033" cy="315835"/>
            <a:chOff x="75415" y="89768"/>
            <a:chExt cx="771359" cy="621432"/>
          </a:xfrm>
        </p:grpSpPr>
        <p:sp>
          <p:nvSpPr>
            <p:cNvPr id="113" name="Freeform 60">
              <a:extLst>
                <a:ext uri="{FF2B5EF4-FFF2-40B4-BE49-F238E27FC236}">
                  <a16:creationId xmlns:a16="http://schemas.microsoft.com/office/drawing/2014/main" id="{FD701E83-37C3-5D0F-7672-5A75F06480AD}"/>
                </a:ext>
              </a:extLst>
            </p:cNvPr>
            <p:cNvSpPr/>
            <p:nvPr/>
          </p:nvSpPr>
          <p:spPr>
            <a:xfrm>
              <a:off x="75415" y="89768"/>
              <a:ext cx="771359" cy="621432"/>
            </a:xfrm>
            <a:custGeom>
              <a:avLst/>
              <a:gdLst/>
              <a:ahLst/>
              <a:cxnLst/>
              <a:rect l="l" t="t" r="r" b="b"/>
              <a:pathLst>
                <a:path w="771359" h="621432">
                  <a:moveTo>
                    <a:pt x="475539" y="48834"/>
                  </a:moveTo>
                  <a:lnTo>
                    <a:pt x="756913" y="482830"/>
                  </a:lnTo>
                  <a:cubicBezTo>
                    <a:pt x="774811" y="510436"/>
                    <a:pt x="776173" y="545621"/>
                    <a:pt x="760464" y="574528"/>
                  </a:cubicBezTo>
                  <a:cubicBezTo>
                    <a:pt x="744754" y="603435"/>
                    <a:pt x="714490" y="621432"/>
                    <a:pt x="681590" y="621432"/>
                  </a:cubicBezTo>
                  <a:lnTo>
                    <a:pt x="89767" y="621432"/>
                  </a:lnTo>
                  <a:cubicBezTo>
                    <a:pt x="56867" y="621432"/>
                    <a:pt x="26604" y="603435"/>
                    <a:pt x="10894" y="574528"/>
                  </a:cubicBezTo>
                  <a:cubicBezTo>
                    <a:pt x="-4815" y="545621"/>
                    <a:pt x="-3453" y="510436"/>
                    <a:pt x="14445" y="482830"/>
                  </a:cubicBezTo>
                  <a:lnTo>
                    <a:pt x="295819" y="48834"/>
                  </a:lnTo>
                  <a:cubicBezTo>
                    <a:pt x="315563" y="18381"/>
                    <a:pt x="349386" y="0"/>
                    <a:pt x="385679" y="0"/>
                  </a:cubicBezTo>
                  <a:cubicBezTo>
                    <a:pt x="421972" y="0"/>
                    <a:pt x="455795" y="18381"/>
                    <a:pt x="475539" y="48834"/>
                  </a:cubicBezTo>
                  <a:close/>
                </a:path>
              </a:pathLst>
            </a:custGeom>
            <a:solidFill>
              <a:srgbClr val="27A1D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4" name="TextBox 61">
              <a:extLst>
                <a:ext uri="{FF2B5EF4-FFF2-40B4-BE49-F238E27FC236}">
                  <a16:creationId xmlns:a16="http://schemas.microsoft.com/office/drawing/2014/main" id="{581D708C-1D9A-C927-898B-26B7806B78DA}"/>
                </a:ext>
              </a:extLst>
            </p:cNvPr>
            <p:cNvSpPr txBox="1"/>
            <p:nvPr/>
          </p:nvSpPr>
          <p:spPr>
            <a:xfrm>
              <a:off x="144092" y="292100"/>
              <a:ext cx="634004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55" name="TextBox 62">
            <a:extLst>
              <a:ext uri="{FF2B5EF4-FFF2-40B4-BE49-F238E27FC236}">
                <a16:creationId xmlns:a16="http://schemas.microsoft.com/office/drawing/2014/main" id="{A4408129-868B-B0A3-6F02-EF3CCEE1B030}"/>
              </a:ext>
            </a:extLst>
          </p:cNvPr>
          <p:cNvSpPr txBox="1"/>
          <p:nvPr/>
        </p:nvSpPr>
        <p:spPr>
          <a:xfrm>
            <a:off x="2032698" y="6321269"/>
            <a:ext cx="699353" cy="57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4700"/>
              </a:lnSpc>
              <a:spcBef>
                <a:spcPct val="0"/>
              </a:spcBef>
            </a:pPr>
            <a:r>
              <a:rPr lang="en-US" sz="3357" b="1" u="none" strike="noStrike" spc="14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56" name="TextBox 63">
            <a:extLst>
              <a:ext uri="{FF2B5EF4-FFF2-40B4-BE49-F238E27FC236}">
                <a16:creationId xmlns:a16="http://schemas.microsoft.com/office/drawing/2014/main" id="{8538299D-9E0A-7DC1-CA8B-842F76034478}"/>
              </a:ext>
            </a:extLst>
          </p:cNvPr>
          <p:cNvSpPr txBox="1"/>
          <p:nvPr/>
        </p:nvSpPr>
        <p:spPr>
          <a:xfrm>
            <a:off x="5413511" y="6321269"/>
            <a:ext cx="699353" cy="57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4700"/>
              </a:lnSpc>
              <a:spcBef>
                <a:spcPct val="0"/>
              </a:spcBef>
            </a:pPr>
            <a:r>
              <a:rPr lang="en-US" sz="3357" b="1" u="none" strike="noStrike" spc="14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57" name="TextBox 64">
            <a:extLst>
              <a:ext uri="{FF2B5EF4-FFF2-40B4-BE49-F238E27FC236}">
                <a16:creationId xmlns:a16="http://schemas.microsoft.com/office/drawing/2014/main" id="{B9EE6586-FB55-59AD-7ED1-223560F22DDE}"/>
              </a:ext>
            </a:extLst>
          </p:cNvPr>
          <p:cNvSpPr txBox="1"/>
          <p:nvPr/>
        </p:nvSpPr>
        <p:spPr>
          <a:xfrm>
            <a:off x="8793296" y="6321269"/>
            <a:ext cx="699353" cy="57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4700"/>
              </a:lnSpc>
              <a:spcBef>
                <a:spcPct val="0"/>
              </a:spcBef>
            </a:pPr>
            <a:r>
              <a:rPr lang="en-US" sz="3357" b="1" u="none" strike="noStrike" spc="14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106" name="TextBox 65">
            <a:extLst>
              <a:ext uri="{FF2B5EF4-FFF2-40B4-BE49-F238E27FC236}">
                <a16:creationId xmlns:a16="http://schemas.microsoft.com/office/drawing/2014/main" id="{7658A075-B700-AB2E-69C9-A95D9ADF251E}"/>
              </a:ext>
            </a:extLst>
          </p:cNvPr>
          <p:cNvSpPr txBox="1"/>
          <p:nvPr/>
        </p:nvSpPr>
        <p:spPr>
          <a:xfrm>
            <a:off x="12046676" y="6321269"/>
            <a:ext cx="954387" cy="57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4700"/>
              </a:lnSpc>
              <a:spcBef>
                <a:spcPct val="0"/>
              </a:spcBef>
            </a:pPr>
            <a:r>
              <a:rPr lang="en-US" sz="3357" b="1" u="none" strike="noStrike" spc="14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107" name="TextBox 66">
            <a:extLst>
              <a:ext uri="{FF2B5EF4-FFF2-40B4-BE49-F238E27FC236}">
                <a16:creationId xmlns:a16="http://schemas.microsoft.com/office/drawing/2014/main" id="{CD778C9E-6F40-3CFB-F709-BDE9FC7A97BE}"/>
              </a:ext>
            </a:extLst>
          </p:cNvPr>
          <p:cNvSpPr txBox="1"/>
          <p:nvPr/>
        </p:nvSpPr>
        <p:spPr>
          <a:xfrm>
            <a:off x="15432929" y="6321269"/>
            <a:ext cx="954387" cy="57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4700"/>
              </a:lnSpc>
              <a:spcBef>
                <a:spcPct val="0"/>
              </a:spcBef>
            </a:pPr>
            <a:r>
              <a:rPr lang="en-US" sz="3357" b="1" u="none" strike="noStrike" spc="14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id="108" name="TextBox 67">
            <a:extLst>
              <a:ext uri="{FF2B5EF4-FFF2-40B4-BE49-F238E27FC236}">
                <a16:creationId xmlns:a16="http://schemas.microsoft.com/office/drawing/2014/main" id="{0038C275-3BF9-F58B-3D44-DC35EE4AF550}"/>
              </a:ext>
            </a:extLst>
          </p:cNvPr>
          <p:cNvSpPr txBox="1"/>
          <p:nvPr/>
        </p:nvSpPr>
        <p:spPr>
          <a:xfrm>
            <a:off x="1518177" y="7227205"/>
            <a:ext cx="1728392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Relevant to Everyone</a:t>
            </a:r>
          </a:p>
        </p:txBody>
      </p:sp>
      <p:sp>
        <p:nvSpPr>
          <p:cNvPr id="109" name="TextBox 68">
            <a:extLst>
              <a:ext uri="{FF2B5EF4-FFF2-40B4-BE49-F238E27FC236}">
                <a16:creationId xmlns:a16="http://schemas.microsoft.com/office/drawing/2014/main" id="{952684FD-67D2-A06E-7A07-10049341CDFF}"/>
              </a:ext>
            </a:extLst>
          </p:cNvPr>
          <p:cNvSpPr txBox="1"/>
          <p:nvPr/>
        </p:nvSpPr>
        <p:spPr>
          <a:xfrm>
            <a:off x="4674134" y="7227205"/>
            <a:ext cx="2189159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Meaningful</a:t>
            </a:r>
            <a:b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</a:b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</a:t>
            </a:r>
          </a:p>
        </p:txBody>
      </p:sp>
      <p:sp>
        <p:nvSpPr>
          <p:cNvPr id="110" name="TextBox 69">
            <a:extLst>
              <a:ext uri="{FF2B5EF4-FFF2-40B4-BE49-F238E27FC236}">
                <a16:creationId xmlns:a16="http://schemas.microsoft.com/office/drawing/2014/main" id="{1DB22D31-3A65-D932-7088-99149E8CE6F7}"/>
              </a:ext>
            </a:extLst>
          </p:cNvPr>
          <p:cNvSpPr txBox="1"/>
          <p:nvPr/>
        </p:nvSpPr>
        <p:spPr>
          <a:xfrm>
            <a:off x="7685432" y="7227205"/>
            <a:ext cx="2917135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Multiple Analytical Directions</a:t>
            </a:r>
          </a:p>
        </p:txBody>
      </p:sp>
      <p:sp>
        <p:nvSpPr>
          <p:cNvPr id="111" name="TextBox 70">
            <a:extLst>
              <a:ext uri="{FF2B5EF4-FFF2-40B4-BE49-F238E27FC236}">
                <a16:creationId xmlns:a16="http://schemas.microsoft.com/office/drawing/2014/main" id="{65D19430-6EF5-B00C-DF4D-015621DE37EB}"/>
              </a:ext>
            </a:extLst>
          </p:cNvPr>
          <p:cNvSpPr txBox="1"/>
          <p:nvPr/>
        </p:nvSpPr>
        <p:spPr>
          <a:xfrm>
            <a:off x="11383213" y="7227205"/>
            <a:ext cx="2281312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Mixed Data Types</a:t>
            </a:r>
          </a:p>
        </p:txBody>
      </p:sp>
      <p:sp>
        <p:nvSpPr>
          <p:cNvPr id="112" name="TextBox 71">
            <a:extLst>
              <a:ext uri="{FF2B5EF4-FFF2-40B4-BE49-F238E27FC236}">
                <a16:creationId xmlns:a16="http://schemas.microsoft.com/office/drawing/2014/main" id="{8E8608D6-5BB8-F0F1-6000-FD1582C9A59F}"/>
              </a:ext>
            </a:extLst>
          </p:cNvPr>
          <p:cNvSpPr txBox="1"/>
          <p:nvPr/>
        </p:nvSpPr>
        <p:spPr>
          <a:xfrm>
            <a:off x="14805506" y="7227969"/>
            <a:ext cx="2209232" cy="66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Existing Studies Support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C3EBFB7B-57F0-ECB5-3F46-569E310240E7}"/>
              </a:ext>
            </a:extLst>
          </p:cNvPr>
          <p:cNvSpPr txBox="1"/>
          <p:nvPr/>
        </p:nvSpPr>
        <p:spPr>
          <a:xfrm>
            <a:off x="7190829" y="4020411"/>
            <a:ext cx="3874305" cy="734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336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World Happiness</a:t>
            </a:r>
          </a:p>
        </p:txBody>
      </p:sp>
    </p:spTree>
    <p:extLst>
      <p:ext uri="{BB962C8B-B14F-4D97-AF65-F5344CB8AC3E}">
        <p14:creationId xmlns:p14="http://schemas.microsoft.com/office/powerpoint/2010/main" val="2916391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6105D-3D72-2B22-8026-21DAAD17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6">
            <a:extLst>
              <a:ext uri="{FF2B5EF4-FFF2-40B4-BE49-F238E27FC236}">
                <a16:creationId xmlns:a16="http://schemas.microsoft.com/office/drawing/2014/main" id="{941EF3A2-239D-F732-DF77-ABD7E5F116BE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Why this Dataset?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EDC7C6B-DE1E-D76B-9BDD-9E49F4EB6A5F}"/>
              </a:ext>
            </a:extLst>
          </p:cNvPr>
          <p:cNvGrpSpPr/>
          <p:nvPr/>
        </p:nvGrpSpPr>
        <p:grpSpPr>
          <a:xfrm rot="1495602">
            <a:off x="16703162" y="2774146"/>
            <a:ext cx="4726025" cy="4924417"/>
            <a:chOff x="15011400" y="-495841"/>
            <a:chExt cx="3841146" cy="3977524"/>
          </a:xfrm>
        </p:grpSpPr>
        <p:grpSp>
          <p:nvGrpSpPr>
            <p:cNvPr id="89" name="Group 74">
              <a:extLst>
                <a:ext uri="{FF2B5EF4-FFF2-40B4-BE49-F238E27FC236}">
                  <a16:creationId xmlns:a16="http://schemas.microsoft.com/office/drawing/2014/main" id="{D6293D83-ADE5-282C-3E74-1FB6FF5F904F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04" name="Freeform 75">
                <a:extLst>
                  <a:ext uri="{FF2B5EF4-FFF2-40B4-BE49-F238E27FC236}">
                    <a16:creationId xmlns:a16="http://schemas.microsoft.com/office/drawing/2014/main" id="{30F34F78-9244-9D16-55E3-C7A7BE59179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TextBox 76">
                <a:extLst>
                  <a:ext uri="{FF2B5EF4-FFF2-40B4-BE49-F238E27FC236}">
                    <a16:creationId xmlns:a16="http://schemas.microsoft.com/office/drawing/2014/main" id="{FE711613-ED82-94A9-412E-ABD4ED5253A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0" name="TextBox 79">
              <a:extLst>
                <a:ext uri="{FF2B5EF4-FFF2-40B4-BE49-F238E27FC236}">
                  <a16:creationId xmlns:a16="http://schemas.microsoft.com/office/drawing/2014/main" id="{A9AE6FE8-3B6D-E2E1-E209-B02F2AE3873B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1" name="TextBox 82">
              <a:extLst>
                <a:ext uri="{FF2B5EF4-FFF2-40B4-BE49-F238E27FC236}">
                  <a16:creationId xmlns:a16="http://schemas.microsoft.com/office/drawing/2014/main" id="{BBF30A5D-8ECD-304E-B013-98B0B1437F45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2" name="Group 83">
              <a:extLst>
                <a:ext uri="{FF2B5EF4-FFF2-40B4-BE49-F238E27FC236}">
                  <a16:creationId xmlns:a16="http://schemas.microsoft.com/office/drawing/2014/main" id="{F928B5F7-0CCD-82E7-9DA5-A77A91326894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02" name="Freeform 84">
                <a:extLst>
                  <a:ext uri="{FF2B5EF4-FFF2-40B4-BE49-F238E27FC236}">
                    <a16:creationId xmlns:a16="http://schemas.microsoft.com/office/drawing/2014/main" id="{887B2570-2D5B-5A11-1D56-98461D234CC5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TextBox 85">
                <a:extLst>
                  <a:ext uri="{FF2B5EF4-FFF2-40B4-BE49-F238E27FC236}">
                    <a16:creationId xmlns:a16="http://schemas.microsoft.com/office/drawing/2014/main" id="{D87C8F39-897F-BCFB-27B3-3BACABAAE3C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3" name="Group 86">
              <a:extLst>
                <a:ext uri="{FF2B5EF4-FFF2-40B4-BE49-F238E27FC236}">
                  <a16:creationId xmlns:a16="http://schemas.microsoft.com/office/drawing/2014/main" id="{AD2D7951-0DCC-BF5F-D569-6443660E034F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00" name="Freeform 87">
                <a:extLst>
                  <a:ext uri="{FF2B5EF4-FFF2-40B4-BE49-F238E27FC236}">
                    <a16:creationId xmlns:a16="http://schemas.microsoft.com/office/drawing/2014/main" id="{AB0BE603-A89F-204A-B910-6DA5C1E85DB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1" name="TextBox 88">
                <a:extLst>
                  <a:ext uri="{FF2B5EF4-FFF2-40B4-BE49-F238E27FC236}">
                    <a16:creationId xmlns:a16="http://schemas.microsoft.com/office/drawing/2014/main" id="{968CDC54-CFB8-E4A1-F0DA-79A60859D33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4" name="TextBox 91">
              <a:extLst>
                <a:ext uri="{FF2B5EF4-FFF2-40B4-BE49-F238E27FC236}">
                  <a16:creationId xmlns:a16="http://schemas.microsoft.com/office/drawing/2014/main" id="{B8E9D0EB-347E-988D-95C0-F61F711AA043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5" name="Group 92">
              <a:extLst>
                <a:ext uri="{FF2B5EF4-FFF2-40B4-BE49-F238E27FC236}">
                  <a16:creationId xmlns:a16="http://schemas.microsoft.com/office/drawing/2014/main" id="{52537E4C-1529-F3BF-5D7B-81DBEC961BAF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98" name="Freeform 93">
                <a:extLst>
                  <a:ext uri="{FF2B5EF4-FFF2-40B4-BE49-F238E27FC236}">
                    <a16:creationId xmlns:a16="http://schemas.microsoft.com/office/drawing/2014/main" id="{789D354B-BDDC-1909-CCB2-2966F8D9A77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9" name="TextBox 94">
                <a:extLst>
                  <a:ext uri="{FF2B5EF4-FFF2-40B4-BE49-F238E27FC236}">
                    <a16:creationId xmlns:a16="http://schemas.microsoft.com/office/drawing/2014/main" id="{C5928DB7-33C7-931A-50CA-85222D88127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6" name="TextBox 97">
              <a:extLst>
                <a:ext uri="{FF2B5EF4-FFF2-40B4-BE49-F238E27FC236}">
                  <a16:creationId xmlns:a16="http://schemas.microsoft.com/office/drawing/2014/main" id="{8698DEEC-3F39-5EBC-83F4-2FF999BFBF0C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7" name="TextBox 100">
              <a:extLst>
                <a:ext uri="{FF2B5EF4-FFF2-40B4-BE49-F238E27FC236}">
                  <a16:creationId xmlns:a16="http://schemas.microsoft.com/office/drawing/2014/main" id="{17AB11DC-ED71-5193-8162-CAF2B1D7CA63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CD9FBE-3357-709A-ECD8-B2D1CB8B436C}"/>
              </a:ext>
            </a:extLst>
          </p:cNvPr>
          <p:cNvGrpSpPr/>
          <p:nvPr/>
        </p:nvGrpSpPr>
        <p:grpSpPr>
          <a:xfrm>
            <a:off x="1217641" y="1928518"/>
            <a:ext cx="6487386" cy="1795252"/>
            <a:chOff x="0" y="-47625"/>
            <a:chExt cx="1708612" cy="472824"/>
          </a:xfrm>
        </p:grpSpPr>
        <p:sp>
          <p:nvSpPr>
            <p:cNvPr id="117" name="Freeform 3">
              <a:extLst>
                <a:ext uri="{FF2B5EF4-FFF2-40B4-BE49-F238E27FC236}">
                  <a16:creationId xmlns:a16="http://schemas.microsoft.com/office/drawing/2014/main" id="{B10A42A4-11BE-7C11-3740-37935C159749}"/>
                </a:ext>
              </a:extLst>
            </p:cNvPr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C4E5F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TextBox 4">
              <a:extLst>
                <a:ext uri="{FF2B5EF4-FFF2-40B4-BE49-F238E27FC236}">
                  <a16:creationId xmlns:a16="http://schemas.microsoft.com/office/drawing/2014/main" id="{D04D941B-8C83-A2A8-FE59-96E2D1C3B455}"/>
                </a:ext>
              </a:extLst>
            </p:cNvPr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60B01E-9D37-4A76-A99A-609EE637D3DE}"/>
              </a:ext>
            </a:extLst>
          </p:cNvPr>
          <p:cNvGrpSpPr/>
          <p:nvPr/>
        </p:nvGrpSpPr>
        <p:grpSpPr>
          <a:xfrm>
            <a:off x="1217641" y="3838898"/>
            <a:ext cx="6487386" cy="1795252"/>
            <a:chOff x="0" y="-47625"/>
            <a:chExt cx="1708612" cy="472824"/>
          </a:xfrm>
        </p:grpSpPr>
        <p:sp>
          <p:nvSpPr>
            <p:cNvPr id="115" name="Freeform 6">
              <a:extLst>
                <a:ext uri="{FF2B5EF4-FFF2-40B4-BE49-F238E27FC236}">
                  <a16:creationId xmlns:a16="http://schemas.microsoft.com/office/drawing/2014/main" id="{6D4FB964-0C08-B3BC-B7FD-BBDA36681BE0}"/>
                </a:ext>
              </a:extLst>
            </p:cNvPr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TextBox 7">
              <a:extLst>
                <a:ext uri="{FF2B5EF4-FFF2-40B4-BE49-F238E27FC236}">
                  <a16:creationId xmlns:a16="http://schemas.microsoft.com/office/drawing/2014/main" id="{0BE512AF-9FC6-ED52-704D-29015938FEC9}"/>
                </a:ext>
              </a:extLst>
            </p:cNvPr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EF44C84-E174-266F-B1A3-5F8D859AA5B7}"/>
              </a:ext>
            </a:extLst>
          </p:cNvPr>
          <p:cNvGrpSpPr/>
          <p:nvPr/>
        </p:nvGrpSpPr>
        <p:grpSpPr>
          <a:xfrm>
            <a:off x="6751909" y="2312401"/>
            <a:ext cx="1711724" cy="1134050"/>
            <a:chOff x="25817" y="-38100"/>
            <a:chExt cx="878194" cy="581820"/>
          </a:xfrm>
        </p:grpSpPr>
        <p:sp>
          <p:nvSpPr>
            <p:cNvPr id="113" name="Freeform 9">
              <a:extLst>
                <a:ext uri="{FF2B5EF4-FFF2-40B4-BE49-F238E27FC236}">
                  <a16:creationId xmlns:a16="http://schemas.microsoft.com/office/drawing/2014/main" id="{6E27D714-E286-694A-8556-871B7A35AB4D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4" name="TextBox 10">
              <a:extLst>
                <a:ext uri="{FF2B5EF4-FFF2-40B4-BE49-F238E27FC236}">
                  <a16:creationId xmlns:a16="http://schemas.microsoft.com/office/drawing/2014/main" id="{4335CCAB-8C76-4325-BAB9-1582541B6446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CAA776B-D9DC-3193-F7FD-B9995FCF4817}"/>
              </a:ext>
            </a:extLst>
          </p:cNvPr>
          <p:cNvGrpSpPr/>
          <p:nvPr/>
        </p:nvGrpSpPr>
        <p:grpSpPr>
          <a:xfrm>
            <a:off x="6751909" y="4222781"/>
            <a:ext cx="1711724" cy="1134050"/>
            <a:chOff x="25817" y="-38100"/>
            <a:chExt cx="878194" cy="581820"/>
          </a:xfrm>
        </p:grpSpPr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CC4FD060-7FB1-7715-BFF2-4D77B07714C8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TextBox 13">
              <a:extLst>
                <a:ext uri="{FF2B5EF4-FFF2-40B4-BE49-F238E27FC236}">
                  <a16:creationId xmlns:a16="http://schemas.microsoft.com/office/drawing/2014/main" id="{A5104E0F-F53D-2E9A-C7CC-9219D3B0716C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" name="TextBox 14">
            <a:extLst>
              <a:ext uri="{FF2B5EF4-FFF2-40B4-BE49-F238E27FC236}">
                <a16:creationId xmlns:a16="http://schemas.microsoft.com/office/drawing/2014/main" id="{A1CDC2FF-AE2E-3C47-25AE-873A055B02BC}"/>
              </a:ext>
            </a:extLst>
          </p:cNvPr>
          <p:cNvSpPr txBox="1"/>
          <p:nvPr/>
        </p:nvSpPr>
        <p:spPr>
          <a:xfrm>
            <a:off x="7342750" y="2500033"/>
            <a:ext cx="724554" cy="77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4587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40506C00-93A4-AEA9-D7E0-42F3047D0329}"/>
              </a:ext>
            </a:extLst>
          </p:cNvPr>
          <p:cNvSpPr txBox="1"/>
          <p:nvPr/>
        </p:nvSpPr>
        <p:spPr>
          <a:xfrm>
            <a:off x="7142278" y="4410413"/>
            <a:ext cx="925026" cy="78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4278F0-737C-DC89-2D84-464BD6B16641}"/>
              </a:ext>
            </a:extLst>
          </p:cNvPr>
          <p:cNvGrpSpPr/>
          <p:nvPr/>
        </p:nvGrpSpPr>
        <p:grpSpPr>
          <a:xfrm>
            <a:off x="1217641" y="5749278"/>
            <a:ext cx="6487386" cy="1795252"/>
            <a:chOff x="0" y="-47625"/>
            <a:chExt cx="1708612" cy="472824"/>
          </a:xfrm>
        </p:grpSpPr>
        <p:sp>
          <p:nvSpPr>
            <p:cNvPr id="109" name="Freeform 17">
              <a:extLst>
                <a:ext uri="{FF2B5EF4-FFF2-40B4-BE49-F238E27FC236}">
                  <a16:creationId xmlns:a16="http://schemas.microsoft.com/office/drawing/2014/main" id="{C01C6008-95D2-A1B6-BF73-8343460B93EA}"/>
                </a:ext>
              </a:extLst>
            </p:cNvPr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B5EBE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TextBox 18">
              <a:extLst>
                <a:ext uri="{FF2B5EF4-FFF2-40B4-BE49-F238E27FC236}">
                  <a16:creationId xmlns:a16="http://schemas.microsoft.com/office/drawing/2014/main" id="{4A8E92F8-1449-7F08-D4AD-AAC89E28451D}"/>
                </a:ext>
              </a:extLst>
            </p:cNvPr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59F41A-2725-B59C-3D4C-188553F9BAC3}"/>
              </a:ext>
            </a:extLst>
          </p:cNvPr>
          <p:cNvGrpSpPr/>
          <p:nvPr/>
        </p:nvGrpSpPr>
        <p:grpSpPr>
          <a:xfrm>
            <a:off x="1217641" y="7659658"/>
            <a:ext cx="6487386" cy="1795252"/>
            <a:chOff x="0" y="-47625"/>
            <a:chExt cx="1708612" cy="472824"/>
          </a:xfrm>
        </p:grpSpPr>
        <p:sp>
          <p:nvSpPr>
            <p:cNvPr id="107" name="Freeform 20">
              <a:extLst>
                <a:ext uri="{FF2B5EF4-FFF2-40B4-BE49-F238E27FC236}">
                  <a16:creationId xmlns:a16="http://schemas.microsoft.com/office/drawing/2014/main" id="{25E3F3C8-BCC0-2D7E-C453-552111AAF49F}"/>
                </a:ext>
              </a:extLst>
            </p:cNvPr>
            <p:cNvSpPr/>
            <p:nvPr/>
          </p:nvSpPr>
          <p:spPr>
            <a:xfrm>
              <a:off x="0" y="0"/>
              <a:ext cx="1708612" cy="425199"/>
            </a:xfrm>
            <a:custGeom>
              <a:avLst/>
              <a:gdLst/>
              <a:ahLst/>
              <a:cxnLst/>
              <a:rect l="l" t="t" r="r" b="b"/>
              <a:pathLst>
                <a:path w="1708612" h="425199">
                  <a:moveTo>
                    <a:pt x="68023" y="0"/>
                  </a:moveTo>
                  <a:lnTo>
                    <a:pt x="1640589" y="0"/>
                  </a:lnTo>
                  <a:cubicBezTo>
                    <a:pt x="1678157" y="0"/>
                    <a:pt x="1708612" y="30455"/>
                    <a:pt x="1708612" y="68023"/>
                  </a:cubicBezTo>
                  <a:lnTo>
                    <a:pt x="1708612" y="357176"/>
                  </a:lnTo>
                  <a:cubicBezTo>
                    <a:pt x="1708612" y="394744"/>
                    <a:pt x="1678157" y="425199"/>
                    <a:pt x="1640589" y="425199"/>
                  </a:cubicBezTo>
                  <a:lnTo>
                    <a:pt x="68023" y="425199"/>
                  </a:lnTo>
                  <a:cubicBezTo>
                    <a:pt x="30455" y="425199"/>
                    <a:pt x="0" y="394744"/>
                    <a:pt x="0" y="357176"/>
                  </a:cubicBezTo>
                  <a:lnTo>
                    <a:pt x="0" y="68023"/>
                  </a:lnTo>
                  <a:cubicBezTo>
                    <a:pt x="0" y="30455"/>
                    <a:pt x="30455" y="0"/>
                    <a:pt x="68023" y="0"/>
                  </a:cubicBezTo>
                  <a:close/>
                </a:path>
              </a:pathLst>
            </a:custGeom>
            <a:solidFill>
              <a:srgbClr val="FFE8A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TextBox 21">
              <a:extLst>
                <a:ext uri="{FF2B5EF4-FFF2-40B4-BE49-F238E27FC236}">
                  <a16:creationId xmlns:a16="http://schemas.microsoft.com/office/drawing/2014/main" id="{0BDCED35-8F5D-B83F-F843-3EDED8EA53A4}"/>
                </a:ext>
              </a:extLst>
            </p:cNvPr>
            <p:cNvSpPr txBox="1"/>
            <p:nvPr/>
          </p:nvSpPr>
          <p:spPr>
            <a:xfrm>
              <a:off x="0" y="-47625"/>
              <a:ext cx="1708612" cy="472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0E1590-5511-F56D-8971-31755FD84A95}"/>
              </a:ext>
            </a:extLst>
          </p:cNvPr>
          <p:cNvGrpSpPr/>
          <p:nvPr/>
        </p:nvGrpSpPr>
        <p:grpSpPr>
          <a:xfrm>
            <a:off x="6751909" y="6133161"/>
            <a:ext cx="1711724" cy="1134050"/>
            <a:chOff x="25817" y="-38100"/>
            <a:chExt cx="878194" cy="581820"/>
          </a:xfrm>
        </p:grpSpPr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657BD861-0D23-DE4E-D7C8-223732C83A60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TextBox 24">
              <a:extLst>
                <a:ext uri="{FF2B5EF4-FFF2-40B4-BE49-F238E27FC236}">
                  <a16:creationId xmlns:a16="http://schemas.microsoft.com/office/drawing/2014/main" id="{E2FEB2FD-FA2B-D944-4CC6-6E170A658A07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3" name="TextBox 25">
            <a:extLst>
              <a:ext uri="{FF2B5EF4-FFF2-40B4-BE49-F238E27FC236}">
                <a16:creationId xmlns:a16="http://schemas.microsoft.com/office/drawing/2014/main" id="{50D2F10F-9A51-EC66-E884-A6DA803B426F}"/>
              </a:ext>
            </a:extLst>
          </p:cNvPr>
          <p:cNvSpPr txBox="1"/>
          <p:nvPr/>
        </p:nvSpPr>
        <p:spPr>
          <a:xfrm>
            <a:off x="7142278" y="6320793"/>
            <a:ext cx="925026" cy="78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184382-712E-16EF-1A91-4BF2F69D28CD}"/>
              </a:ext>
            </a:extLst>
          </p:cNvPr>
          <p:cNvGrpSpPr/>
          <p:nvPr/>
        </p:nvGrpSpPr>
        <p:grpSpPr>
          <a:xfrm>
            <a:off x="6751909" y="8043541"/>
            <a:ext cx="1711724" cy="1134050"/>
            <a:chOff x="25817" y="-38100"/>
            <a:chExt cx="878194" cy="581820"/>
          </a:xfrm>
        </p:grpSpPr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41AD7531-9586-FFDC-7261-CEC0EBFCD521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28">
              <a:extLst>
                <a:ext uri="{FF2B5EF4-FFF2-40B4-BE49-F238E27FC236}">
                  <a16:creationId xmlns:a16="http://schemas.microsoft.com/office/drawing/2014/main" id="{5B9C6530-1B8C-D163-9B8B-038436047F22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46F66353-0ECB-3687-91E2-2CFB1590F7D3}"/>
              </a:ext>
            </a:extLst>
          </p:cNvPr>
          <p:cNvSpPr txBox="1"/>
          <p:nvPr/>
        </p:nvSpPr>
        <p:spPr>
          <a:xfrm>
            <a:off x="7142278" y="8231173"/>
            <a:ext cx="904789" cy="780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  <a:spcBef>
                <a:spcPct val="0"/>
              </a:spcBef>
            </a:pPr>
            <a:r>
              <a:rPr lang="en-US" sz="4587" b="1" u="none" strike="noStrike" spc="192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B3ED18-37C3-7AA7-816C-1398F26C983B}"/>
              </a:ext>
            </a:extLst>
          </p:cNvPr>
          <p:cNvGrpSpPr/>
          <p:nvPr/>
        </p:nvGrpSpPr>
        <p:grpSpPr>
          <a:xfrm>
            <a:off x="9317098" y="2264654"/>
            <a:ext cx="7753260" cy="1030695"/>
            <a:chOff x="0" y="-47625"/>
            <a:chExt cx="10337680" cy="1374260"/>
          </a:xfrm>
        </p:grpSpPr>
        <p:sp>
          <p:nvSpPr>
            <p:cNvPr id="53" name="TextBox 31">
              <a:extLst>
                <a:ext uri="{FF2B5EF4-FFF2-40B4-BE49-F238E27FC236}">
                  <a16:creationId xmlns:a16="http://schemas.microsoft.com/office/drawing/2014/main" id="{793B5A96-5314-981D-D8E8-FDAC9E6C8FCE}"/>
                </a:ext>
              </a:extLst>
            </p:cNvPr>
            <p:cNvSpPr txBox="1"/>
            <p:nvPr/>
          </p:nvSpPr>
          <p:spPr>
            <a:xfrm>
              <a:off x="0" y="669019"/>
              <a:ext cx="10337680" cy="657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1960"/>
                </a:lnSpc>
              </a:pPr>
              <a:r>
                <a:rPr lang="en-US" sz="1400" b="1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From</a:t>
              </a: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400" dirty="0">
                  <a:solidFill>
                    <a:srgbClr val="233D80"/>
                  </a:solidFill>
                  <a:latin typeface="Montserrat"/>
                  <a:ea typeface="Montserrat"/>
                  <a:cs typeface="Montserrat"/>
                  <a:sym typeface="Montserrat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World Bank DataBank</a:t>
              </a:r>
              <a:b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400" b="1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Dataset</a:t>
              </a: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lang="en-US" sz="1400" dirty="0">
                  <a:solidFill>
                    <a:srgbClr val="233D80"/>
                  </a:solidFill>
                  <a:latin typeface="Montserrat"/>
                  <a:ea typeface="Montserrat"/>
                  <a:cs typeface="Montserrat"/>
                  <a:sym typeface="Montserrat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Happiness Data</a:t>
              </a:r>
              <a:endParaRPr lang="en-US" sz="1400" dirty="0">
                <a:solidFill>
                  <a:srgbClr val="233D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" name="TextBox 32">
              <a:extLst>
                <a:ext uri="{FF2B5EF4-FFF2-40B4-BE49-F238E27FC236}">
                  <a16:creationId xmlns:a16="http://schemas.microsoft.com/office/drawing/2014/main" id="{3020E6C8-0F9A-3D6C-5616-4388AE9B1065}"/>
                </a:ext>
              </a:extLst>
            </p:cNvPr>
            <p:cNvSpPr txBox="1"/>
            <p:nvPr/>
          </p:nvSpPr>
          <p:spPr>
            <a:xfrm>
              <a:off x="0" y="-47625"/>
              <a:ext cx="7620000" cy="55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3525"/>
                </a:lnSpc>
              </a:pPr>
              <a:r>
                <a:rPr lang="en-US" sz="2518" b="1" dirty="0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Public Dataset: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B5C0FD-C667-73D5-DB99-8758F48C6EA0}"/>
              </a:ext>
            </a:extLst>
          </p:cNvPr>
          <p:cNvGrpSpPr/>
          <p:nvPr/>
        </p:nvGrpSpPr>
        <p:grpSpPr>
          <a:xfrm>
            <a:off x="9317098" y="6114560"/>
            <a:ext cx="7753260" cy="1287175"/>
            <a:chOff x="0" y="-47625"/>
            <a:chExt cx="10337680" cy="1716233"/>
          </a:xfrm>
        </p:grpSpPr>
        <p:sp>
          <p:nvSpPr>
            <p:cNvPr id="31" name="TextBox 34">
              <a:extLst>
                <a:ext uri="{FF2B5EF4-FFF2-40B4-BE49-F238E27FC236}">
                  <a16:creationId xmlns:a16="http://schemas.microsoft.com/office/drawing/2014/main" id="{310AAB20-DE52-014F-4D3D-39F96F1D0AF3}"/>
                </a:ext>
              </a:extLst>
            </p:cNvPr>
            <p:cNvSpPr txBox="1"/>
            <p:nvPr/>
          </p:nvSpPr>
          <p:spPr>
            <a:xfrm>
              <a:off x="0" y="669019"/>
              <a:ext cx="10337680" cy="999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Cross-country.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Cross-continent.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Time-series.</a:t>
              </a:r>
            </a:p>
          </p:txBody>
        </p:sp>
        <p:sp>
          <p:nvSpPr>
            <p:cNvPr id="32" name="TextBox 35">
              <a:extLst>
                <a:ext uri="{FF2B5EF4-FFF2-40B4-BE49-F238E27FC236}">
                  <a16:creationId xmlns:a16="http://schemas.microsoft.com/office/drawing/2014/main" id="{A4964F11-21C1-4FED-0D2E-1C52BC514D63}"/>
                </a:ext>
              </a:extLst>
            </p:cNvPr>
            <p:cNvSpPr txBox="1"/>
            <p:nvPr/>
          </p:nvSpPr>
          <p:spPr>
            <a:xfrm>
              <a:off x="0" y="-47625"/>
              <a:ext cx="7620000" cy="55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3525"/>
                </a:lnSpc>
              </a:pPr>
              <a:r>
                <a:rPr lang="en-US" sz="2518" b="1" dirty="0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Suitable For: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58742-BA4E-F9FB-C854-35FFA3A61570}"/>
              </a:ext>
            </a:extLst>
          </p:cNvPr>
          <p:cNvGrpSpPr/>
          <p:nvPr/>
        </p:nvGrpSpPr>
        <p:grpSpPr>
          <a:xfrm>
            <a:off x="9317098" y="4183429"/>
            <a:ext cx="7753260" cy="1556013"/>
            <a:chOff x="0" y="-47625"/>
            <a:chExt cx="10337680" cy="2074684"/>
          </a:xfrm>
        </p:grpSpPr>
        <p:sp>
          <p:nvSpPr>
            <p:cNvPr id="29" name="TextBox 37">
              <a:extLst>
                <a:ext uri="{FF2B5EF4-FFF2-40B4-BE49-F238E27FC236}">
                  <a16:creationId xmlns:a16="http://schemas.microsoft.com/office/drawing/2014/main" id="{3435DEEB-C326-0BFA-B777-B86C6012AB06}"/>
                </a:ext>
              </a:extLst>
            </p:cNvPr>
            <p:cNvSpPr txBox="1"/>
            <p:nvPr/>
          </p:nvSpPr>
          <p:spPr>
            <a:xfrm>
              <a:off x="0" y="685495"/>
              <a:ext cx="10337680" cy="1341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Definition &amp; Methodology.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Relevance to wellbeing.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Limitations &amp; Exceptions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Sources of country-level breakdown.</a:t>
              </a:r>
            </a:p>
          </p:txBody>
        </p:sp>
        <p:sp>
          <p:nvSpPr>
            <p:cNvPr id="30" name="TextBox 38">
              <a:extLst>
                <a:ext uri="{FF2B5EF4-FFF2-40B4-BE49-F238E27FC236}">
                  <a16:creationId xmlns:a16="http://schemas.microsoft.com/office/drawing/2014/main" id="{153CD795-D7A0-4E12-A8DF-E5458356A784}"/>
                </a:ext>
              </a:extLst>
            </p:cNvPr>
            <p:cNvSpPr txBox="1"/>
            <p:nvPr/>
          </p:nvSpPr>
          <p:spPr>
            <a:xfrm>
              <a:off x="0" y="-47625"/>
              <a:ext cx="7620000" cy="55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3525"/>
                </a:lnSpc>
              </a:pPr>
              <a:r>
                <a:rPr lang="en-US" sz="2518" b="1" dirty="0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Meta-data for Each Variable: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08D700-EFE8-AF3D-77A7-EF1DB125FED2}"/>
              </a:ext>
            </a:extLst>
          </p:cNvPr>
          <p:cNvGrpSpPr/>
          <p:nvPr/>
        </p:nvGrpSpPr>
        <p:grpSpPr>
          <a:xfrm>
            <a:off x="9317098" y="8033334"/>
            <a:ext cx="7753260" cy="1299532"/>
            <a:chOff x="0" y="-47625"/>
            <a:chExt cx="10337680" cy="1732709"/>
          </a:xfrm>
        </p:grpSpPr>
        <p:sp>
          <p:nvSpPr>
            <p:cNvPr id="27" name="TextBox 40">
              <a:extLst>
                <a:ext uri="{FF2B5EF4-FFF2-40B4-BE49-F238E27FC236}">
                  <a16:creationId xmlns:a16="http://schemas.microsoft.com/office/drawing/2014/main" id="{B26C5E2F-E368-505F-FDA8-EFA7D6082C3E}"/>
                </a:ext>
              </a:extLst>
            </p:cNvPr>
            <p:cNvSpPr txBox="1"/>
            <p:nvPr/>
          </p:nvSpPr>
          <p:spPr>
            <a:xfrm>
              <a:off x="0" y="685495"/>
              <a:ext cx="10337680" cy="999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Cultural bias.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Missing countries.</a:t>
              </a:r>
            </a:p>
            <a:p>
              <a:pPr marL="285750" lvl="0" indent="-285750" algn="l">
                <a:lnSpc>
                  <a:spcPts val="196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Subjectivity.</a:t>
              </a:r>
            </a:p>
          </p:txBody>
        </p:sp>
        <p:sp>
          <p:nvSpPr>
            <p:cNvPr id="28" name="TextBox 41">
              <a:extLst>
                <a:ext uri="{FF2B5EF4-FFF2-40B4-BE49-F238E27FC236}">
                  <a16:creationId xmlns:a16="http://schemas.microsoft.com/office/drawing/2014/main" id="{3BFE9830-5932-0E50-5BB5-85B7D24E1EA7}"/>
                </a:ext>
              </a:extLst>
            </p:cNvPr>
            <p:cNvSpPr txBox="1"/>
            <p:nvPr/>
          </p:nvSpPr>
          <p:spPr>
            <a:xfrm>
              <a:off x="0" y="-47625"/>
              <a:ext cx="7620000" cy="55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3525"/>
                </a:lnSpc>
              </a:pPr>
              <a:r>
                <a:rPr lang="en-US" sz="2518" b="1" dirty="0">
                  <a:solidFill>
                    <a:srgbClr val="1C1C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Acknowledges:</a:t>
              </a:r>
            </a:p>
          </p:txBody>
        </p:sp>
      </p:grpSp>
      <p:sp>
        <p:nvSpPr>
          <p:cNvPr id="20" name="TextBox 42">
            <a:extLst>
              <a:ext uri="{FF2B5EF4-FFF2-40B4-BE49-F238E27FC236}">
                <a16:creationId xmlns:a16="http://schemas.microsoft.com/office/drawing/2014/main" id="{E39F0AFF-6484-BBC6-C310-E0668E01E061}"/>
              </a:ext>
            </a:extLst>
          </p:cNvPr>
          <p:cNvSpPr txBox="1"/>
          <p:nvPr/>
        </p:nvSpPr>
        <p:spPr>
          <a:xfrm>
            <a:off x="1856267" y="2539299"/>
            <a:ext cx="4673519" cy="57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700"/>
              </a:lnSpc>
              <a:spcBef>
                <a:spcPct val="0"/>
              </a:spcBef>
            </a:pPr>
            <a:r>
              <a:rPr lang="en-US" sz="3357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Credible Source</a:t>
            </a:r>
          </a:p>
        </p:txBody>
      </p:sp>
      <p:sp>
        <p:nvSpPr>
          <p:cNvPr id="21" name="TextBox 43">
            <a:extLst>
              <a:ext uri="{FF2B5EF4-FFF2-40B4-BE49-F238E27FC236}">
                <a16:creationId xmlns:a16="http://schemas.microsoft.com/office/drawing/2014/main" id="{3F71FFD6-B9EC-9EA8-067F-7692269CD28B}"/>
              </a:ext>
            </a:extLst>
          </p:cNvPr>
          <p:cNvSpPr txBox="1"/>
          <p:nvPr/>
        </p:nvSpPr>
        <p:spPr>
          <a:xfrm>
            <a:off x="1856267" y="4503391"/>
            <a:ext cx="4673519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Detailed</a:t>
            </a:r>
          </a:p>
        </p:txBody>
      </p:sp>
      <p:sp>
        <p:nvSpPr>
          <p:cNvPr id="25" name="TextBox 46">
            <a:extLst>
              <a:ext uri="{FF2B5EF4-FFF2-40B4-BE49-F238E27FC236}">
                <a16:creationId xmlns:a16="http://schemas.microsoft.com/office/drawing/2014/main" id="{E26C0BDA-4F25-6470-CB7C-35BAAC6E8A88}"/>
              </a:ext>
            </a:extLst>
          </p:cNvPr>
          <p:cNvSpPr txBox="1"/>
          <p:nvPr/>
        </p:nvSpPr>
        <p:spPr>
          <a:xfrm>
            <a:off x="1856267" y="6475928"/>
            <a:ext cx="4673519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Comparison</a:t>
            </a:r>
          </a:p>
        </p:txBody>
      </p:sp>
      <p:sp>
        <p:nvSpPr>
          <p:cNvPr id="26" name="TextBox 47">
            <a:extLst>
              <a:ext uri="{FF2B5EF4-FFF2-40B4-BE49-F238E27FC236}">
                <a16:creationId xmlns:a16="http://schemas.microsoft.com/office/drawing/2014/main" id="{2A8B0EEE-0ABC-2CDF-06F9-7B35E4862C49}"/>
              </a:ext>
            </a:extLst>
          </p:cNvPr>
          <p:cNvSpPr txBox="1"/>
          <p:nvPr/>
        </p:nvSpPr>
        <p:spPr>
          <a:xfrm>
            <a:off x="1856267" y="8448465"/>
            <a:ext cx="4673519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41449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53DBA-A645-6B73-6EDA-5D9A23B4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6">
            <a:extLst>
              <a:ext uri="{FF2B5EF4-FFF2-40B4-BE49-F238E27FC236}">
                <a16:creationId xmlns:a16="http://schemas.microsoft.com/office/drawing/2014/main" id="{BFC2E54D-C067-2E5F-EF78-734F3405EB66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Aims of the Project?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8A75A0-2FFC-A406-F5E6-659F5F1F0536}"/>
              </a:ext>
            </a:extLst>
          </p:cNvPr>
          <p:cNvGrpSpPr/>
          <p:nvPr/>
        </p:nvGrpSpPr>
        <p:grpSpPr>
          <a:xfrm>
            <a:off x="-623252" y="3218371"/>
            <a:ext cx="3321481" cy="3884065"/>
            <a:chOff x="25817" y="-38100"/>
            <a:chExt cx="878194" cy="581820"/>
          </a:xfrm>
        </p:grpSpPr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F9605B5A-4B72-5728-7EEC-D3895B79428C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0" name="TextBox 10">
              <a:extLst>
                <a:ext uri="{FF2B5EF4-FFF2-40B4-BE49-F238E27FC236}">
                  <a16:creationId xmlns:a16="http://schemas.microsoft.com/office/drawing/2014/main" id="{63CE511B-3F27-9950-B10A-98F67A754DC1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1" name="TextBox 14">
            <a:extLst>
              <a:ext uri="{FF2B5EF4-FFF2-40B4-BE49-F238E27FC236}">
                <a16:creationId xmlns:a16="http://schemas.microsoft.com/office/drawing/2014/main" id="{77B56882-8D47-DB1E-23C0-237D9DEAD587}"/>
              </a:ext>
            </a:extLst>
          </p:cNvPr>
          <p:cNvSpPr txBox="1"/>
          <p:nvPr/>
        </p:nvSpPr>
        <p:spPr>
          <a:xfrm>
            <a:off x="324555" y="5143500"/>
            <a:ext cx="1847179" cy="951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10600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E2E9EE6-7360-C4F9-92E2-7EAE23335ACF}"/>
              </a:ext>
            </a:extLst>
          </p:cNvPr>
          <p:cNvGrpSpPr/>
          <p:nvPr/>
        </p:nvGrpSpPr>
        <p:grpSpPr>
          <a:xfrm>
            <a:off x="2385182" y="3218371"/>
            <a:ext cx="7071866" cy="3884065"/>
            <a:chOff x="2296172" y="3218371"/>
            <a:chExt cx="7071866" cy="388406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2AB0ED9-5122-73E8-1870-5922B301E5F3}"/>
                </a:ext>
              </a:extLst>
            </p:cNvPr>
            <p:cNvGrpSpPr/>
            <p:nvPr/>
          </p:nvGrpSpPr>
          <p:grpSpPr>
            <a:xfrm>
              <a:off x="2296172" y="3218371"/>
              <a:ext cx="3321481" cy="3884065"/>
              <a:chOff x="25817" y="-38100"/>
              <a:chExt cx="878194" cy="581820"/>
            </a:xfrm>
          </p:grpSpPr>
          <p:sp>
            <p:nvSpPr>
              <p:cNvPr id="63" name="Freeform 9">
                <a:extLst>
                  <a:ext uri="{FF2B5EF4-FFF2-40B4-BE49-F238E27FC236}">
                    <a16:creationId xmlns:a16="http://schemas.microsoft.com/office/drawing/2014/main" id="{6D6C5FC5-A595-2D6F-4AFF-6B1768D4FD88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B5EBEF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4" name="TextBox 10">
                <a:extLst>
                  <a:ext uri="{FF2B5EF4-FFF2-40B4-BE49-F238E27FC236}">
                    <a16:creationId xmlns:a16="http://schemas.microsoft.com/office/drawing/2014/main" id="{8BAEBF5B-5799-841A-F3F9-DC0229156ACD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21076B-9CD7-41F0-72B0-F40858C9BD45}"/>
                </a:ext>
              </a:extLst>
            </p:cNvPr>
            <p:cNvGrpSpPr/>
            <p:nvPr/>
          </p:nvGrpSpPr>
          <p:grpSpPr>
            <a:xfrm>
              <a:off x="4352829" y="3218371"/>
              <a:ext cx="3321481" cy="3884065"/>
              <a:chOff x="25817" y="-38100"/>
              <a:chExt cx="878194" cy="581820"/>
            </a:xfrm>
          </p:grpSpPr>
          <p:sp>
            <p:nvSpPr>
              <p:cNvPr id="66" name="Freeform 9">
                <a:extLst>
                  <a:ext uri="{FF2B5EF4-FFF2-40B4-BE49-F238E27FC236}">
                    <a16:creationId xmlns:a16="http://schemas.microsoft.com/office/drawing/2014/main" id="{15594420-F440-A1C6-8547-582439594877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B5EBEF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7" name="TextBox 10">
                <a:extLst>
                  <a:ext uri="{FF2B5EF4-FFF2-40B4-BE49-F238E27FC236}">
                    <a16:creationId xmlns:a16="http://schemas.microsoft.com/office/drawing/2014/main" id="{A6D6AD71-D346-ACCB-4595-7C0FCD0999B7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8C1AE03-A537-56CA-5BA9-FAD99E08B4D0}"/>
                </a:ext>
              </a:extLst>
            </p:cNvPr>
            <p:cNvGrpSpPr/>
            <p:nvPr/>
          </p:nvGrpSpPr>
          <p:grpSpPr>
            <a:xfrm>
              <a:off x="6046557" y="3218371"/>
              <a:ext cx="3321481" cy="3884065"/>
              <a:chOff x="25817" y="-38100"/>
              <a:chExt cx="878194" cy="581820"/>
            </a:xfrm>
          </p:grpSpPr>
          <p:sp>
            <p:nvSpPr>
              <p:cNvPr id="69" name="Freeform 9">
                <a:extLst>
                  <a:ext uri="{FF2B5EF4-FFF2-40B4-BE49-F238E27FC236}">
                    <a16:creationId xmlns:a16="http://schemas.microsoft.com/office/drawing/2014/main" id="{1D591893-C914-73E4-102C-E6B03D1961B9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B5EBEF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0" name="TextBox 10">
                <a:extLst>
                  <a:ext uri="{FF2B5EF4-FFF2-40B4-BE49-F238E27FC236}">
                    <a16:creationId xmlns:a16="http://schemas.microsoft.com/office/drawing/2014/main" id="{35115BB1-D932-E3CD-A24F-FD17328199B0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5A4F44-B37F-A6CB-9F86-8BA4D3C379C3}"/>
              </a:ext>
            </a:extLst>
          </p:cNvPr>
          <p:cNvGrpSpPr/>
          <p:nvPr/>
        </p:nvGrpSpPr>
        <p:grpSpPr>
          <a:xfrm>
            <a:off x="9144000" y="3218371"/>
            <a:ext cx="3321481" cy="3884065"/>
            <a:chOff x="25817" y="-38100"/>
            <a:chExt cx="878194" cy="581820"/>
          </a:xfrm>
        </p:grpSpPr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57A11F56-659D-2652-D544-B87B70D09C7C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TextBox 10">
              <a:extLst>
                <a:ext uri="{FF2B5EF4-FFF2-40B4-BE49-F238E27FC236}">
                  <a16:creationId xmlns:a16="http://schemas.microsoft.com/office/drawing/2014/main" id="{C2B42979-1D84-BDB3-BD3D-18FA9EC2B2A7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4" name="TextBox 14">
            <a:extLst>
              <a:ext uri="{FF2B5EF4-FFF2-40B4-BE49-F238E27FC236}">
                <a16:creationId xmlns:a16="http://schemas.microsoft.com/office/drawing/2014/main" id="{7737255B-F759-1259-3DA0-DFEE7E2E47FB}"/>
              </a:ext>
            </a:extLst>
          </p:cNvPr>
          <p:cNvSpPr txBox="1"/>
          <p:nvPr/>
        </p:nvSpPr>
        <p:spPr>
          <a:xfrm>
            <a:off x="10091807" y="5143500"/>
            <a:ext cx="1847179" cy="951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10600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E52DCD4-404E-D12C-8016-8B75214120DA}"/>
              </a:ext>
            </a:extLst>
          </p:cNvPr>
          <p:cNvGrpSpPr/>
          <p:nvPr/>
        </p:nvGrpSpPr>
        <p:grpSpPr>
          <a:xfrm>
            <a:off x="12163409" y="3218371"/>
            <a:ext cx="7071866" cy="3884065"/>
            <a:chOff x="2296172" y="3218371"/>
            <a:chExt cx="7071866" cy="3884065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7EE64B9-0B65-8C9A-9FE9-A0F9886514F1}"/>
                </a:ext>
              </a:extLst>
            </p:cNvPr>
            <p:cNvGrpSpPr/>
            <p:nvPr/>
          </p:nvGrpSpPr>
          <p:grpSpPr>
            <a:xfrm>
              <a:off x="2296172" y="3218371"/>
              <a:ext cx="3321481" cy="3884065"/>
              <a:chOff x="25817" y="-38100"/>
              <a:chExt cx="878194" cy="581820"/>
            </a:xfrm>
          </p:grpSpPr>
          <p:sp>
            <p:nvSpPr>
              <p:cNvPr id="85" name="Freeform 9">
                <a:extLst>
                  <a:ext uri="{FF2B5EF4-FFF2-40B4-BE49-F238E27FC236}">
                    <a16:creationId xmlns:a16="http://schemas.microsoft.com/office/drawing/2014/main" id="{DC3E7082-A777-EF05-F1AD-CAE5AF75E446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FFBEC4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6" name="TextBox 10">
                <a:extLst>
                  <a:ext uri="{FF2B5EF4-FFF2-40B4-BE49-F238E27FC236}">
                    <a16:creationId xmlns:a16="http://schemas.microsoft.com/office/drawing/2014/main" id="{F3E0095F-DD37-BFFD-F197-36C98DA11540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F949017-1799-A161-FE91-4EEB624C5344}"/>
                </a:ext>
              </a:extLst>
            </p:cNvPr>
            <p:cNvGrpSpPr/>
            <p:nvPr/>
          </p:nvGrpSpPr>
          <p:grpSpPr>
            <a:xfrm>
              <a:off x="4352829" y="3218371"/>
              <a:ext cx="3321481" cy="3884065"/>
              <a:chOff x="25817" y="-38100"/>
              <a:chExt cx="878194" cy="581820"/>
            </a:xfrm>
          </p:grpSpPr>
          <p:sp>
            <p:nvSpPr>
              <p:cNvPr id="83" name="Freeform 9">
                <a:extLst>
                  <a:ext uri="{FF2B5EF4-FFF2-40B4-BE49-F238E27FC236}">
                    <a16:creationId xmlns:a16="http://schemas.microsoft.com/office/drawing/2014/main" id="{D7838338-38A7-C3F0-7580-BAAE6B665B02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FFBEC4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4" name="TextBox 10">
                <a:extLst>
                  <a:ext uri="{FF2B5EF4-FFF2-40B4-BE49-F238E27FC236}">
                    <a16:creationId xmlns:a16="http://schemas.microsoft.com/office/drawing/2014/main" id="{E538BEA8-8982-976B-849A-BCDA82058B86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4950896-FF4A-0567-394C-F935F91EA40C}"/>
                </a:ext>
              </a:extLst>
            </p:cNvPr>
            <p:cNvGrpSpPr/>
            <p:nvPr/>
          </p:nvGrpSpPr>
          <p:grpSpPr>
            <a:xfrm>
              <a:off x="6046557" y="3218371"/>
              <a:ext cx="3321481" cy="3884065"/>
              <a:chOff x="25817" y="-38100"/>
              <a:chExt cx="878194" cy="581820"/>
            </a:xfrm>
          </p:grpSpPr>
          <p:sp>
            <p:nvSpPr>
              <p:cNvPr id="81" name="Freeform 9">
                <a:extLst>
                  <a:ext uri="{FF2B5EF4-FFF2-40B4-BE49-F238E27FC236}">
                    <a16:creationId xmlns:a16="http://schemas.microsoft.com/office/drawing/2014/main" id="{E8CF7075-BEC4-44AB-ECBE-CCD2A14B76C2}"/>
                  </a:ext>
                </a:extLst>
              </p:cNvPr>
              <p:cNvSpPr/>
              <p:nvPr/>
            </p:nvSpPr>
            <p:spPr>
              <a:xfrm>
                <a:off x="25817" y="0"/>
                <a:ext cx="878194" cy="543720"/>
              </a:xfrm>
              <a:custGeom>
                <a:avLst/>
                <a:gdLst/>
                <a:ahLst/>
                <a:cxnLst/>
                <a:rect l="l" t="t" r="r" b="b"/>
                <a:pathLst>
                  <a:path w="878194" h="543720">
                    <a:moveTo>
                      <a:pt x="25923" y="0"/>
                    </a:moveTo>
                    <a:lnTo>
                      <a:pt x="640454" y="0"/>
                    </a:lnTo>
                    <a:cubicBezTo>
                      <a:pt x="673018" y="0"/>
                      <a:pt x="703674" y="15360"/>
                      <a:pt x="723170" y="41443"/>
                    </a:cubicBezTo>
                    <a:lnTo>
                      <a:pt x="864418" y="230417"/>
                    </a:lnTo>
                    <a:cubicBezTo>
                      <a:pt x="882786" y="254993"/>
                      <a:pt x="882786" y="288728"/>
                      <a:pt x="864418" y="313303"/>
                    </a:cubicBezTo>
                    <a:lnTo>
                      <a:pt x="723170" y="502278"/>
                    </a:lnTo>
                    <a:cubicBezTo>
                      <a:pt x="703674" y="528361"/>
                      <a:pt x="673018" y="543720"/>
                      <a:pt x="640454" y="543720"/>
                    </a:cubicBezTo>
                    <a:lnTo>
                      <a:pt x="25923" y="543720"/>
                    </a:lnTo>
                    <a:cubicBezTo>
                      <a:pt x="16112" y="543720"/>
                      <a:pt x="7141" y="538181"/>
                      <a:pt x="2746" y="529409"/>
                    </a:cubicBezTo>
                    <a:cubicBezTo>
                      <a:pt x="-1649" y="520638"/>
                      <a:pt x="-715" y="510136"/>
                      <a:pt x="5159" y="502278"/>
                    </a:cubicBezTo>
                    <a:lnTo>
                      <a:pt x="146407" y="313303"/>
                    </a:lnTo>
                    <a:cubicBezTo>
                      <a:pt x="164776" y="288728"/>
                      <a:pt x="164776" y="254993"/>
                      <a:pt x="146407" y="230417"/>
                    </a:cubicBezTo>
                    <a:lnTo>
                      <a:pt x="5159" y="41443"/>
                    </a:lnTo>
                    <a:cubicBezTo>
                      <a:pt x="-715" y="33584"/>
                      <a:pt x="-1649" y="23083"/>
                      <a:pt x="2746" y="14311"/>
                    </a:cubicBezTo>
                    <a:cubicBezTo>
                      <a:pt x="7141" y="5539"/>
                      <a:pt x="16112" y="0"/>
                      <a:pt x="25923" y="0"/>
                    </a:cubicBezTo>
                    <a:close/>
                  </a:path>
                </a:pathLst>
              </a:custGeom>
              <a:solidFill>
                <a:srgbClr val="FFBEC4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2" name="TextBox 10">
                <a:extLst>
                  <a:ext uri="{FF2B5EF4-FFF2-40B4-BE49-F238E27FC236}">
                    <a16:creationId xmlns:a16="http://schemas.microsoft.com/office/drawing/2014/main" id="{E71FC4BF-85AE-27A5-090B-6CB7373E825C}"/>
                  </a:ext>
                </a:extLst>
              </p:cNvPr>
              <p:cNvSpPr txBox="1"/>
              <p:nvPr/>
            </p:nvSpPr>
            <p:spPr>
              <a:xfrm>
                <a:off x="177800" y="-38100"/>
                <a:ext cx="667211" cy="5818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87" name="TextBox 42">
            <a:extLst>
              <a:ext uri="{FF2B5EF4-FFF2-40B4-BE49-F238E27FC236}">
                <a16:creationId xmlns:a16="http://schemas.microsoft.com/office/drawing/2014/main" id="{129D7C76-8546-B549-0A27-EF43458246D5}"/>
              </a:ext>
            </a:extLst>
          </p:cNvPr>
          <p:cNvSpPr txBox="1"/>
          <p:nvPr/>
        </p:nvSpPr>
        <p:spPr>
          <a:xfrm>
            <a:off x="3742884" y="4621111"/>
            <a:ext cx="4673519" cy="13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Build a </a:t>
            </a:r>
            <a:r>
              <a:rPr lang="en-US" sz="2000" b="1" dirty="0">
                <a:solidFill>
                  <a:srgbClr val="233D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data-driven happiness indicator</a:t>
            </a:r>
            <a: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using national, economic, social, and health data.</a:t>
            </a:r>
          </a:p>
        </p:txBody>
      </p:sp>
      <p:sp>
        <p:nvSpPr>
          <p:cNvPr id="119" name="TextBox 42">
            <a:extLst>
              <a:ext uri="{FF2B5EF4-FFF2-40B4-BE49-F238E27FC236}">
                <a16:creationId xmlns:a16="http://schemas.microsoft.com/office/drawing/2014/main" id="{EBF42F16-5121-1C7C-8E51-44443DFDD5D4}"/>
              </a:ext>
            </a:extLst>
          </p:cNvPr>
          <p:cNvSpPr txBox="1"/>
          <p:nvPr/>
        </p:nvSpPr>
        <p:spPr>
          <a:xfrm>
            <a:off x="13538422" y="4621110"/>
            <a:ext cx="4673519" cy="133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15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233D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Compare</a:t>
            </a:r>
            <a: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wellbeing across  countries, continents,</a:t>
            </a:r>
            <a:b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</a:br>
            <a:r>
              <a:rPr lang="en-US" sz="2000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and years.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BA7A7CF-C87E-EA78-B2C7-6DD0F4F5BCF3}"/>
              </a:ext>
            </a:extLst>
          </p:cNvPr>
          <p:cNvGrpSpPr/>
          <p:nvPr/>
        </p:nvGrpSpPr>
        <p:grpSpPr>
          <a:xfrm rot="6897872">
            <a:off x="6780986" y="8484917"/>
            <a:ext cx="4726025" cy="4924417"/>
            <a:chOff x="15011400" y="-495841"/>
            <a:chExt cx="3841146" cy="3977524"/>
          </a:xfrm>
        </p:grpSpPr>
        <p:grpSp>
          <p:nvGrpSpPr>
            <p:cNvPr id="121" name="Group 74">
              <a:extLst>
                <a:ext uri="{FF2B5EF4-FFF2-40B4-BE49-F238E27FC236}">
                  <a16:creationId xmlns:a16="http://schemas.microsoft.com/office/drawing/2014/main" id="{F0E45EB2-6F73-2097-24C1-5B6A16156CB8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36" name="Freeform 75">
                <a:extLst>
                  <a:ext uri="{FF2B5EF4-FFF2-40B4-BE49-F238E27FC236}">
                    <a16:creationId xmlns:a16="http://schemas.microsoft.com/office/drawing/2014/main" id="{7FCC7137-2625-1FEF-0DF0-F8A0DACBE46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" name="TextBox 76">
                <a:extLst>
                  <a:ext uri="{FF2B5EF4-FFF2-40B4-BE49-F238E27FC236}">
                    <a16:creationId xmlns:a16="http://schemas.microsoft.com/office/drawing/2014/main" id="{CDDCCFE3-FD59-D5A9-A658-FB7925E8133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2" name="TextBox 79">
              <a:extLst>
                <a:ext uri="{FF2B5EF4-FFF2-40B4-BE49-F238E27FC236}">
                  <a16:creationId xmlns:a16="http://schemas.microsoft.com/office/drawing/2014/main" id="{5ADF153D-DB48-25B9-C434-7370FA4E314C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3" name="TextBox 82">
              <a:extLst>
                <a:ext uri="{FF2B5EF4-FFF2-40B4-BE49-F238E27FC236}">
                  <a16:creationId xmlns:a16="http://schemas.microsoft.com/office/drawing/2014/main" id="{B0169EFC-C9EC-DD0C-5DB8-C6DDF837EA3C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24" name="Group 83">
              <a:extLst>
                <a:ext uri="{FF2B5EF4-FFF2-40B4-BE49-F238E27FC236}">
                  <a16:creationId xmlns:a16="http://schemas.microsoft.com/office/drawing/2014/main" id="{E2B6F3FE-9476-E0FC-42A0-62E5BF539FE3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34" name="Freeform 84">
                <a:extLst>
                  <a:ext uri="{FF2B5EF4-FFF2-40B4-BE49-F238E27FC236}">
                    <a16:creationId xmlns:a16="http://schemas.microsoft.com/office/drawing/2014/main" id="{2AE74C12-5576-67AC-5591-A9A075D84FEC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" name="TextBox 85">
                <a:extLst>
                  <a:ext uri="{FF2B5EF4-FFF2-40B4-BE49-F238E27FC236}">
                    <a16:creationId xmlns:a16="http://schemas.microsoft.com/office/drawing/2014/main" id="{A9A941BF-05E2-3BB1-AE0E-D06D0084D83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5" name="Group 86">
              <a:extLst>
                <a:ext uri="{FF2B5EF4-FFF2-40B4-BE49-F238E27FC236}">
                  <a16:creationId xmlns:a16="http://schemas.microsoft.com/office/drawing/2014/main" id="{4AF91278-B1A7-147B-B281-31DA8241D59A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32" name="Freeform 87">
                <a:extLst>
                  <a:ext uri="{FF2B5EF4-FFF2-40B4-BE49-F238E27FC236}">
                    <a16:creationId xmlns:a16="http://schemas.microsoft.com/office/drawing/2014/main" id="{2DE6B0C2-4BBE-265F-513A-5D725D1DC5D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3" name="TextBox 88">
                <a:extLst>
                  <a:ext uri="{FF2B5EF4-FFF2-40B4-BE49-F238E27FC236}">
                    <a16:creationId xmlns:a16="http://schemas.microsoft.com/office/drawing/2014/main" id="{B67CABA9-3298-605B-BDC8-8D2664466C2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6" name="TextBox 91">
              <a:extLst>
                <a:ext uri="{FF2B5EF4-FFF2-40B4-BE49-F238E27FC236}">
                  <a16:creationId xmlns:a16="http://schemas.microsoft.com/office/drawing/2014/main" id="{710BABDD-28DF-C64C-F881-A46A4219F6C5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27" name="Group 92">
              <a:extLst>
                <a:ext uri="{FF2B5EF4-FFF2-40B4-BE49-F238E27FC236}">
                  <a16:creationId xmlns:a16="http://schemas.microsoft.com/office/drawing/2014/main" id="{B395B4A5-24EA-3208-E57C-CDC7E11B9E28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30" name="Freeform 93">
                <a:extLst>
                  <a:ext uri="{FF2B5EF4-FFF2-40B4-BE49-F238E27FC236}">
                    <a16:creationId xmlns:a16="http://schemas.microsoft.com/office/drawing/2014/main" id="{B1919032-A117-2774-E07E-2A94BBF86DC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1" name="TextBox 94">
                <a:extLst>
                  <a:ext uri="{FF2B5EF4-FFF2-40B4-BE49-F238E27FC236}">
                    <a16:creationId xmlns:a16="http://schemas.microsoft.com/office/drawing/2014/main" id="{86B7DBAE-D8DA-52D8-5A6F-230F7251680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8" name="TextBox 97">
              <a:extLst>
                <a:ext uri="{FF2B5EF4-FFF2-40B4-BE49-F238E27FC236}">
                  <a16:creationId xmlns:a16="http://schemas.microsoft.com/office/drawing/2014/main" id="{5B8CB120-B85C-68E3-6A06-498FC23E77AF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9" name="TextBox 100">
              <a:extLst>
                <a:ext uri="{FF2B5EF4-FFF2-40B4-BE49-F238E27FC236}">
                  <a16:creationId xmlns:a16="http://schemas.microsoft.com/office/drawing/2014/main" id="{17FF9661-607D-89B3-156E-548700F10E35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0521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2D8E-DFA7-898A-7A48-DE9C6485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6">
            <a:extLst>
              <a:ext uri="{FF2B5EF4-FFF2-40B4-BE49-F238E27FC236}">
                <a16:creationId xmlns:a16="http://schemas.microsoft.com/office/drawing/2014/main" id="{5ECEDFCF-7877-1711-B259-EFA9B8B3D03F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Objectives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234668-917C-66A5-0B2B-025E25C8650C}"/>
              </a:ext>
            </a:extLst>
          </p:cNvPr>
          <p:cNvGrpSpPr/>
          <p:nvPr/>
        </p:nvGrpSpPr>
        <p:grpSpPr>
          <a:xfrm>
            <a:off x="1314450" y="2236513"/>
            <a:ext cx="1657421" cy="1754536"/>
            <a:chOff x="0" y="-47625"/>
            <a:chExt cx="812800" cy="860425"/>
          </a:xfrm>
        </p:grpSpPr>
        <p:sp>
          <p:nvSpPr>
            <p:cNvPr id="86" name="Freeform 3">
              <a:extLst>
                <a:ext uri="{FF2B5EF4-FFF2-40B4-BE49-F238E27FC236}">
                  <a16:creationId xmlns:a16="http://schemas.microsoft.com/office/drawing/2014/main" id="{B4C25776-840D-22B3-6E05-41CFAE2D61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F4AD1A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7" name="TextBox 4">
              <a:extLst>
                <a:ext uri="{FF2B5EF4-FFF2-40B4-BE49-F238E27FC236}">
                  <a16:creationId xmlns:a16="http://schemas.microsoft.com/office/drawing/2014/main" id="{3F15A81E-F01B-F101-90E0-575709EFDA9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01EFA3-22F3-4D29-C11F-EC7ABB600EBD}"/>
              </a:ext>
            </a:extLst>
          </p:cNvPr>
          <p:cNvGrpSpPr/>
          <p:nvPr/>
        </p:nvGrpSpPr>
        <p:grpSpPr>
          <a:xfrm>
            <a:off x="3165860" y="2236513"/>
            <a:ext cx="5660569" cy="1754536"/>
            <a:chOff x="0" y="-47625"/>
            <a:chExt cx="2775945" cy="860425"/>
          </a:xfrm>
        </p:grpSpPr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698439B8-9BEF-E17F-92E6-06F1A0909F5A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5" name="TextBox 7">
              <a:extLst>
                <a:ext uri="{FF2B5EF4-FFF2-40B4-BE49-F238E27FC236}">
                  <a16:creationId xmlns:a16="http://schemas.microsoft.com/office/drawing/2014/main" id="{34ED7788-84FF-EB9B-29CE-EDB704E43677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239BCC-0D90-BCC4-D7B0-A240EA0C5991}"/>
              </a:ext>
            </a:extLst>
          </p:cNvPr>
          <p:cNvGrpSpPr/>
          <p:nvPr/>
        </p:nvGrpSpPr>
        <p:grpSpPr>
          <a:xfrm>
            <a:off x="1324368" y="4669777"/>
            <a:ext cx="1657421" cy="1754536"/>
            <a:chOff x="0" y="-47625"/>
            <a:chExt cx="812800" cy="860425"/>
          </a:xfrm>
        </p:grpSpPr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F7A07FFB-FD5D-F892-BDBE-C10D802455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3" name="TextBox 10">
              <a:extLst>
                <a:ext uri="{FF2B5EF4-FFF2-40B4-BE49-F238E27FC236}">
                  <a16:creationId xmlns:a16="http://schemas.microsoft.com/office/drawing/2014/main" id="{199F9520-F4DC-0CC0-EEBF-7F4F0B7D777A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00A218-F71A-0B43-5787-8732F7071269}"/>
              </a:ext>
            </a:extLst>
          </p:cNvPr>
          <p:cNvGrpSpPr/>
          <p:nvPr/>
        </p:nvGrpSpPr>
        <p:grpSpPr>
          <a:xfrm>
            <a:off x="1324368" y="7098723"/>
            <a:ext cx="1657421" cy="1754536"/>
            <a:chOff x="0" y="-47625"/>
            <a:chExt cx="812800" cy="860425"/>
          </a:xfrm>
        </p:grpSpPr>
        <p:sp>
          <p:nvSpPr>
            <p:cNvPr id="80" name="Freeform 12">
              <a:extLst>
                <a:ext uri="{FF2B5EF4-FFF2-40B4-BE49-F238E27FC236}">
                  <a16:creationId xmlns:a16="http://schemas.microsoft.com/office/drawing/2014/main" id="{D4442C01-5C08-015F-AF7E-4C6CF469C8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E4667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81" name="TextBox 13">
              <a:extLst>
                <a:ext uri="{FF2B5EF4-FFF2-40B4-BE49-F238E27FC236}">
                  <a16:creationId xmlns:a16="http://schemas.microsoft.com/office/drawing/2014/main" id="{CDC43AF0-6A96-D405-AFF9-829FA5BAAC3D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1E6210-C86F-5C01-9EBF-CBA89F8DFF76}"/>
              </a:ext>
            </a:extLst>
          </p:cNvPr>
          <p:cNvGrpSpPr/>
          <p:nvPr/>
        </p:nvGrpSpPr>
        <p:grpSpPr>
          <a:xfrm>
            <a:off x="3175778" y="4669777"/>
            <a:ext cx="5660569" cy="1754536"/>
            <a:chOff x="0" y="-47625"/>
            <a:chExt cx="2775945" cy="860425"/>
          </a:xfrm>
        </p:grpSpPr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931A889D-0FB0-F9D2-6626-1A6FAB5CB92A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9" name="TextBox 16">
              <a:extLst>
                <a:ext uri="{FF2B5EF4-FFF2-40B4-BE49-F238E27FC236}">
                  <a16:creationId xmlns:a16="http://schemas.microsoft.com/office/drawing/2014/main" id="{030624DF-302D-F1D9-C863-3DB3C6CF6868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367FCB-0A4C-A430-F08D-94B8718B4FDC}"/>
              </a:ext>
            </a:extLst>
          </p:cNvPr>
          <p:cNvGrpSpPr/>
          <p:nvPr/>
        </p:nvGrpSpPr>
        <p:grpSpPr>
          <a:xfrm>
            <a:off x="3175778" y="7098723"/>
            <a:ext cx="5660569" cy="1754536"/>
            <a:chOff x="0" y="-47625"/>
            <a:chExt cx="2775945" cy="860425"/>
          </a:xfrm>
        </p:grpSpPr>
        <p:sp>
          <p:nvSpPr>
            <p:cNvPr id="76" name="Freeform 18">
              <a:extLst>
                <a:ext uri="{FF2B5EF4-FFF2-40B4-BE49-F238E27FC236}">
                  <a16:creationId xmlns:a16="http://schemas.microsoft.com/office/drawing/2014/main" id="{0F06227E-2DEB-D188-76B7-5C6970385DE5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BEC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7" name="TextBox 19">
              <a:extLst>
                <a:ext uri="{FF2B5EF4-FFF2-40B4-BE49-F238E27FC236}">
                  <a16:creationId xmlns:a16="http://schemas.microsoft.com/office/drawing/2014/main" id="{3682D9ED-7ABD-3DC9-586A-A92B10D4A4FC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F12F6F-FA7C-72C2-6568-9402B7B1109F}"/>
              </a:ext>
            </a:extLst>
          </p:cNvPr>
          <p:cNvGrpSpPr/>
          <p:nvPr/>
        </p:nvGrpSpPr>
        <p:grpSpPr>
          <a:xfrm>
            <a:off x="9451652" y="2236513"/>
            <a:ext cx="1657421" cy="1754536"/>
            <a:chOff x="0" y="-47625"/>
            <a:chExt cx="812800" cy="860425"/>
          </a:xfrm>
        </p:grpSpPr>
        <p:sp>
          <p:nvSpPr>
            <p:cNvPr id="74" name="Freeform 21">
              <a:extLst>
                <a:ext uri="{FF2B5EF4-FFF2-40B4-BE49-F238E27FC236}">
                  <a16:creationId xmlns:a16="http://schemas.microsoft.com/office/drawing/2014/main" id="{CF60099F-EA22-4B63-8A64-9DC8231BB9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27A1D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5" name="TextBox 22">
              <a:extLst>
                <a:ext uri="{FF2B5EF4-FFF2-40B4-BE49-F238E27FC236}">
                  <a16:creationId xmlns:a16="http://schemas.microsoft.com/office/drawing/2014/main" id="{74113F2A-A927-51CC-4611-044AF123C596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EA38C32-C7CE-F030-B3AD-36F8AEBE13BA}"/>
              </a:ext>
            </a:extLst>
          </p:cNvPr>
          <p:cNvGrpSpPr/>
          <p:nvPr/>
        </p:nvGrpSpPr>
        <p:grpSpPr>
          <a:xfrm>
            <a:off x="11303063" y="2236513"/>
            <a:ext cx="5660569" cy="1754536"/>
            <a:chOff x="0" y="-47625"/>
            <a:chExt cx="2775945" cy="860425"/>
          </a:xfrm>
        </p:grpSpPr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1916AE20-11C6-C8BB-24D4-DEAB2D35B6D0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C4E5F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TextBox 25">
              <a:extLst>
                <a:ext uri="{FF2B5EF4-FFF2-40B4-BE49-F238E27FC236}">
                  <a16:creationId xmlns:a16="http://schemas.microsoft.com/office/drawing/2014/main" id="{A42A5FC3-7436-8B86-F7FC-063C31A99242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DD36941-8694-E7EE-EA4C-32880959124A}"/>
              </a:ext>
            </a:extLst>
          </p:cNvPr>
          <p:cNvGrpSpPr/>
          <p:nvPr/>
        </p:nvGrpSpPr>
        <p:grpSpPr>
          <a:xfrm>
            <a:off x="9461570" y="4669777"/>
            <a:ext cx="1657421" cy="1754536"/>
            <a:chOff x="0" y="-47625"/>
            <a:chExt cx="812800" cy="860425"/>
          </a:xfrm>
        </p:grpSpPr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BF28D247-E2FD-B15D-0DD4-315E2D9D80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F4AD1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1" name="TextBox 28">
              <a:extLst>
                <a:ext uri="{FF2B5EF4-FFF2-40B4-BE49-F238E27FC236}">
                  <a16:creationId xmlns:a16="http://schemas.microsoft.com/office/drawing/2014/main" id="{C1B6A09E-5454-77EA-FCBD-E77AAAFA3C5B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0B16F8-F6D6-213F-4C79-EBBCFAD45862}"/>
              </a:ext>
            </a:extLst>
          </p:cNvPr>
          <p:cNvGrpSpPr/>
          <p:nvPr/>
        </p:nvGrpSpPr>
        <p:grpSpPr>
          <a:xfrm>
            <a:off x="9461570" y="7098723"/>
            <a:ext cx="1657421" cy="1754536"/>
            <a:chOff x="0" y="-47625"/>
            <a:chExt cx="812800" cy="860425"/>
          </a:xfrm>
        </p:grpSpPr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D3911E3-FC1C-EF17-7AD6-02D69C8CCA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49474" y="0"/>
                  </a:moveTo>
                  <a:lnTo>
                    <a:pt x="663326" y="0"/>
                  </a:lnTo>
                  <a:cubicBezTo>
                    <a:pt x="702969" y="0"/>
                    <a:pt x="740988" y="15748"/>
                    <a:pt x="769020" y="43780"/>
                  </a:cubicBezTo>
                  <a:cubicBezTo>
                    <a:pt x="797052" y="71812"/>
                    <a:pt x="812800" y="109831"/>
                    <a:pt x="812800" y="149474"/>
                  </a:cubicBezTo>
                  <a:lnTo>
                    <a:pt x="812800" y="663326"/>
                  </a:lnTo>
                  <a:cubicBezTo>
                    <a:pt x="812800" y="702969"/>
                    <a:pt x="797052" y="740988"/>
                    <a:pt x="769020" y="769020"/>
                  </a:cubicBezTo>
                  <a:cubicBezTo>
                    <a:pt x="740988" y="797052"/>
                    <a:pt x="702969" y="812800"/>
                    <a:pt x="663326" y="812800"/>
                  </a:cubicBezTo>
                  <a:lnTo>
                    <a:pt x="149474" y="812800"/>
                  </a:lnTo>
                  <a:cubicBezTo>
                    <a:pt x="109831" y="812800"/>
                    <a:pt x="71812" y="797052"/>
                    <a:pt x="43780" y="769020"/>
                  </a:cubicBezTo>
                  <a:cubicBezTo>
                    <a:pt x="15748" y="740988"/>
                    <a:pt x="0" y="702969"/>
                    <a:pt x="0" y="663326"/>
                  </a:cubicBezTo>
                  <a:lnTo>
                    <a:pt x="0" y="149474"/>
                  </a:lnTo>
                  <a:cubicBezTo>
                    <a:pt x="0" y="109831"/>
                    <a:pt x="15748" y="71812"/>
                    <a:pt x="43780" y="43780"/>
                  </a:cubicBezTo>
                  <a:cubicBezTo>
                    <a:pt x="71812" y="15748"/>
                    <a:pt x="109831" y="0"/>
                    <a:pt x="149474" y="0"/>
                  </a:cubicBezTo>
                  <a:close/>
                </a:path>
              </a:pathLst>
            </a:custGeom>
            <a:solidFill>
              <a:srgbClr val="38AEB6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9" name="TextBox 31">
              <a:extLst>
                <a:ext uri="{FF2B5EF4-FFF2-40B4-BE49-F238E27FC236}">
                  <a16:creationId xmlns:a16="http://schemas.microsoft.com/office/drawing/2014/main" id="{71EEAEB2-5415-767F-CE7B-0CBD5F954B14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8E97A4-AB84-420D-F050-5B79C7D5E7EF}"/>
              </a:ext>
            </a:extLst>
          </p:cNvPr>
          <p:cNvGrpSpPr/>
          <p:nvPr/>
        </p:nvGrpSpPr>
        <p:grpSpPr>
          <a:xfrm>
            <a:off x="11312981" y="4669777"/>
            <a:ext cx="5660569" cy="1754536"/>
            <a:chOff x="0" y="-47625"/>
            <a:chExt cx="2775945" cy="860425"/>
          </a:xfrm>
        </p:grpSpPr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7772F9A6-C99C-F19E-2180-5F7ADA22E5A8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7" name="TextBox 34">
              <a:extLst>
                <a:ext uri="{FF2B5EF4-FFF2-40B4-BE49-F238E27FC236}">
                  <a16:creationId xmlns:a16="http://schemas.microsoft.com/office/drawing/2014/main" id="{ACA45B47-BE40-46F5-E379-3A9E0F98FD2C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67E1CF-7C47-6A7A-B5A4-0D273519FECB}"/>
              </a:ext>
            </a:extLst>
          </p:cNvPr>
          <p:cNvGrpSpPr/>
          <p:nvPr/>
        </p:nvGrpSpPr>
        <p:grpSpPr>
          <a:xfrm>
            <a:off x="11312981" y="7098723"/>
            <a:ext cx="5660569" cy="1754536"/>
            <a:chOff x="0" y="-47625"/>
            <a:chExt cx="2775945" cy="860425"/>
          </a:xfrm>
        </p:grpSpPr>
        <p:sp>
          <p:nvSpPr>
            <p:cNvPr id="64" name="Freeform 36">
              <a:extLst>
                <a:ext uri="{FF2B5EF4-FFF2-40B4-BE49-F238E27FC236}">
                  <a16:creationId xmlns:a16="http://schemas.microsoft.com/office/drawing/2014/main" id="{97C7B303-5CA1-0A18-8E7E-A4D986133E0A}"/>
                </a:ext>
              </a:extLst>
            </p:cNvPr>
            <p:cNvSpPr/>
            <p:nvPr/>
          </p:nvSpPr>
          <p:spPr>
            <a:xfrm>
              <a:off x="0" y="0"/>
              <a:ext cx="2775945" cy="812800"/>
            </a:xfrm>
            <a:custGeom>
              <a:avLst/>
              <a:gdLst/>
              <a:ahLst/>
              <a:cxnLst/>
              <a:rect l="l" t="t" r="r" b="b"/>
              <a:pathLst>
                <a:path w="2775945" h="812800">
                  <a:moveTo>
                    <a:pt x="43766" y="0"/>
                  </a:moveTo>
                  <a:lnTo>
                    <a:pt x="2732179" y="0"/>
                  </a:lnTo>
                  <a:cubicBezTo>
                    <a:pt x="2756350" y="0"/>
                    <a:pt x="2775945" y="19595"/>
                    <a:pt x="2775945" y="43766"/>
                  </a:cubicBezTo>
                  <a:lnTo>
                    <a:pt x="2775945" y="769034"/>
                  </a:lnTo>
                  <a:cubicBezTo>
                    <a:pt x="2775945" y="793205"/>
                    <a:pt x="2756350" y="812800"/>
                    <a:pt x="2732179" y="812800"/>
                  </a:cubicBezTo>
                  <a:lnTo>
                    <a:pt x="43766" y="812800"/>
                  </a:lnTo>
                  <a:cubicBezTo>
                    <a:pt x="19595" y="812800"/>
                    <a:pt x="0" y="793205"/>
                    <a:pt x="0" y="769034"/>
                  </a:cubicBezTo>
                  <a:lnTo>
                    <a:pt x="0" y="43766"/>
                  </a:lnTo>
                  <a:cubicBezTo>
                    <a:pt x="0" y="19595"/>
                    <a:pt x="19595" y="0"/>
                    <a:pt x="4376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65" name="TextBox 37">
              <a:extLst>
                <a:ext uri="{FF2B5EF4-FFF2-40B4-BE49-F238E27FC236}">
                  <a16:creationId xmlns:a16="http://schemas.microsoft.com/office/drawing/2014/main" id="{501A911D-1830-DE09-17CB-3559823F7A5C}"/>
                </a:ext>
              </a:extLst>
            </p:cNvPr>
            <p:cNvSpPr txBox="1"/>
            <p:nvPr/>
          </p:nvSpPr>
          <p:spPr>
            <a:xfrm>
              <a:off x="0" y="-47625"/>
              <a:ext cx="277594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38">
            <a:extLst>
              <a:ext uri="{FF2B5EF4-FFF2-40B4-BE49-F238E27FC236}">
                <a16:creationId xmlns:a16="http://schemas.microsoft.com/office/drawing/2014/main" id="{32DD8127-ABDD-BB91-D1B6-969DF62D1FF9}"/>
              </a:ext>
            </a:extLst>
          </p:cNvPr>
          <p:cNvSpPr txBox="1"/>
          <p:nvPr/>
        </p:nvSpPr>
        <p:spPr>
          <a:xfrm>
            <a:off x="3513088" y="2988025"/>
            <a:ext cx="4985950" cy="49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Develop a weighted formula to calculate a happiness score.</a:t>
            </a:r>
          </a:p>
        </p:txBody>
      </p:sp>
      <p:sp>
        <p:nvSpPr>
          <p:cNvPr id="42" name="TextBox 39">
            <a:extLst>
              <a:ext uri="{FF2B5EF4-FFF2-40B4-BE49-F238E27FC236}">
                <a16:creationId xmlns:a16="http://schemas.microsoft.com/office/drawing/2014/main" id="{FF109F7D-5670-DD1D-56AD-24E939ED91EF}"/>
              </a:ext>
            </a:extLst>
          </p:cNvPr>
          <p:cNvSpPr txBox="1"/>
          <p:nvPr/>
        </p:nvSpPr>
        <p:spPr>
          <a:xfrm>
            <a:off x="11661917" y="2988025"/>
            <a:ext cx="4985950" cy="49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Analyse patterns and explain differences between countries.</a:t>
            </a:r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CD66EF02-34BC-B932-3588-F51F15E195EC}"/>
              </a:ext>
            </a:extLst>
          </p:cNvPr>
          <p:cNvSpPr txBox="1"/>
          <p:nvPr/>
        </p:nvSpPr>
        <p:spPr>
          <a:xfrm>
            <a:off x="3513088" y="5421288"/>
            <a:ext cx="4985950" cy="23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Standardise variables to reduce scale bias.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EDAF194C-D5E7-9FFD-FDED-BE32EE17D334}"/>
              </a:ext>
            </a:extLst>
          </p:cNvPr>
          <p:cNvSpPr txBox="1"/>
          <p:nvPr/>
        </p:nvSpPr>
        <p:spPr>
          <a:xfrm>
            <a:off x="11661917" y="5421288"/>
            <a:ext cx="4985950" cy="23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Visualise results clearly (e.g. gauges, charts).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7F5DFC58-3055-0C90-E2BF-7D8F3AC54BA0}"/>
              </a:ext>
            </a:extLst>
          </p:cNvPr>
          <p:cNvSpPr txBox="1"/>
          <p:nvPr/>
        </p:nvSpPr>
        <p:spPr>
          <a:xfrm>
            <a:off x="1780884" y="2794046"/>
            <a:ext cx="72455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583395BD-7FFB-C48C-F9D3-788C76F15D02}"/>
              </a:ext>
            </a:extLst>
          </p:cNvPr>
          <p:cNvSpPr txBox="1"/>
          <p:nvPr/>
        </p:nvSpPr>
        <p:spPr>
          <a:xfrm>
            <a:off x="9763741" y="2794046"/>
            <a:ext cx="103324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47" name="TextBox 44">
            <a:extLst>
              <a:ext uri="{FF2B5EF4-FFF2-40B4-BE49-F238E27FC236}">
                <a16:creationId xmlns:a16="http://schemas.microsoft.com/office/drawing/2014/main" id="{CD3231F9-1F5B-75C6-2C77-DA3E49BE6845}"/>
              </a:ext>
            </a:extLst>
          </p:cNvPr>
          <p:cNvSpPr txBox="1"/>
          <p:nvPr/>
        </p:nvSpPr>
        <p:spPr>
          <a:xfrm>
            <a:off x="1643943" y="5181667"/>
            <a:ext cx="9984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8" name="TextBox 45">
            <a:extLst>
              <a:ext uri="{FF2B5EF4-FFF2-40B4-BE49-F238E27FC236}">
                <a16:creationId xmlns:a16="http://schemas.microsoft.com/office/drawing/2014/main" id="{05BFFDCA-F115-E007-3229-BDA7E87BCA16}"/>
              </a:ext>
            </a:extLst>
          </p:cNvPr>
          <p:cNvSpPr txBox="1"/>
          <p:nvPr/>
        </p:nvSpPr>
        <p:spPr>
          <a:xfrm>
            <a:off x="1643943" y="7610613"/>
            <a:ext cx="99843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49" name="TextBox 46">
            <a:extLst>
              <a:ext uri="{FF2B5EF4-FFF2-40B4-BE49-F238E27FC236}">
                <a16:creationId xmlns:a16="http://schemas.microsoft.com/office/drawing/2014/main" id="{FA45E5BA-D0A6-D278-346D-C4C66D45B915}"/>
              </a:ext>
            </a:extLst>
          </p:cNvPr>
          <p:cNvSpPr txBox="1"/>
          <p:nvPr/>
        </p:nvSpPr>
        <p:spPr>
          <a:xfrm>
            <a:off x="9773659" y="5181667"/>
            <a:ext cx="103324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4B0BBB2A-33CC-D9C3-C738-5A7B6F54A2B3}"/>
              </a:ext>
            </a:extLst>
          </p:cNvPr>
          <p:cNvSpPr txBox="1"/>
          <p:nvPr/>
        </p:nvSpPr>
        <p:spPr>
          <a:xfrm>
            <a:off x="9773659" y="7610613"/>
            <a:ext cx="1033244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none" strike="noStrike" spc="167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C2DCDF-1752-8F21-5E11-64583775AEA2}"/>
              </a:ext>
            </a:extLst>
          </p:cNvPr>
          <p:cNvSpPr txBox="1"/>
          <p:nvPr/>
        </p:nvSpPr>
        <p:spPr>
          <a:xfrm>
            <a:off x="3513088" y="2572100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Measure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97AB72-7B1A-915C-C998-1F0EAADF53ED}"/>
              </a:ext>
            </a:extLst>
          </p:cNvPr>
          <p:cNvSpPr txBox="1"/>
          <p:nvPr/>
        </p:nvSpPr>
        <p:spPr>
          <a:xfrm>
            <a:off x="11661917" y="2572100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Interpret</a:t>
            </a:r>
          </a:p>
        </p:txBody>
      </p:sp>
      <p:sp>
        <p:nvSpPr>
          <p:cNvPr id="58" name="TextBox 52">
            <a:extLst>
              <a:ext uri="{FF2B5EF4-FFF2-40B4-BE49-F238E27FC236}">
                <a16:creationId xmlns:a16="http://schemas.microsoft.com/office/drawing/2014/main" id="{40FD597F-83E3-1DD6-FEA2-F1C476B27815}"/>
              </a:ext>
            </a:extLst>
          </p:cNvPr>
          <p:cNvSpPr txBox="1"/>
          <p:nvPr/>
        </p:nvSpPr>
        <p:spPr>
          <a:xfrm>
            <a:off x="3513088" y="5005363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Normalise</a:t>
            </a:r>
          </a:p>
        </p:txBody>
      </p:sp>
      <p:sp>
        <p:nvSpPr>
          <p:cNvPr id="59" name="TextBox 53">
            <a:extLst>
              <a:ext uri="{FF2B5EF4-FFF2-40B4-BE49-F238E27FC236}">
                <a16:creationId xmlns:a16="http://schemas.microsoft.com/office/drawing/2014/main" id="{403FE699-6F05-121E-4926-8FF56C2177B5}"/>
              </a:ext>
            </a:extLst>
          </p:cNvPr>
          <p:cNvSpPr txBox="1"/>
          <p:nvPr/>
        </p:nvSpPr>
        <p:spPr>
          <a:xfrm>
            <a:off x="11661917" y="5005363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Present</a:t>
            </a:r>
          </a:p>
        </p:txBody>
      </p:sp>
      <p:sp>
        <p:nvSpPr>
          <p:cNvPr id="60" name="TextBox 54">
            <a:extLst>
              <a:ext uri="{FF2B5EF4-FFF2-40B4-BE49-F238E27FC236}">
                <a16:creationId xmlns:a16="http://schemas.microsoft.com/office/drawing/2014/main" id="{6EF2956C-92EF-B60F-3097-C50E5799268D}"/>
              </a:ext>
            </a:extLst>
          </p:cNvPr>
          <p:cNvSpPr txBox="1"/>
          <p:nvPr/>
        </p:nvSpPr>
        <p:spPr>
          <a:xfrm>
            <a:off x="3513088" y="7854552"/>
            <a:ext cx="4985950" cy="23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Implement a ‘Happiness Index’ column in Excel.</a:t>
            </a:r>
          </a:p>
        </p:txBody>
      </p:sp>
      <p:sp>
        <p:nvSpPr>
          <p:cNvPr id="61" name="TextBox 55">
            <a:extLst>
              <a:ext uri="{FF2B5EF4-FFF2-40B4-BE49-F238E27FC236}">
                <a16:creationId xmlns:a16="http://schemas.microsoft.com/office/drawing/2014/main" id="{19FCEE0F-7EC8-1ABD-64E8-8F4045536F03}"/>
              </a:ext>
            </a:extLst>
          </p:cNvPr>
          <p:cNvSpPr txBox="1"/>
          <p:nvPr/>
        </p:nvSpPr>
        <p:spPr>
          <a:xfrm>
            <a:off x="11661917" y="7854552"/>
            <a:ext cx="4985950" cy="23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959"/>
              </a:lnSpc>
            </a:pPr>
            <a:r>
              <a:rPr lang="en-US" sz="1399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Predict happiness levels for the next 5 years.</a:t>
            </a:r>
          </a:p>
        </p:txBody>
      </p:sp>
      <p:sp>
        <p:nvSpPr>
          <p:cNvPr id="62" name="TextBox 56">
            <a:extLst>
              <a:ext uri="{FF2B5EF4-FFF2-40B4-BE49-F238E27FC236}">
                <a16:creationId xmlns:a16="http://schemas.microsoft.com/office/drawing/2014/main" id="{116F7B47-FE6F-3403-5F33-77489718E2BF}"/>
              </a:ext>
            </a:extLst>
          </p:cNvPr>
          <p:cNvSpPr txBox="1"/>
          <p:nvPr/>
        </p:nvSpPr>
        <p:spPr>
          <a:xfrm>
            <a:off x="3513088" y="7438626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Parsing</a:t>
            </a:r>
          </a:p>
        </p:txBody>
      </p:sp>
      <p:sp>
        <p:nvSpPr>
          <p:cNvPr id="63" name="TextBox 57">
            <a:extLst>
              <a:ext uri="{FF2B5EF4-FFF2-40B4-BE49-F238E27FC236}">
                <a16:creationId xmlns:a16="http://schemas.microsoft.com/office/drawing/2014/main" id="{833B34BF-EF83-EF6E-2E1A-304E0284C7F4}"/>
              </a:ext>
            </a:extLst>
          </p:cNvPr>
          <p:cNvSpPr txBox="1"/>
          <p:nvPr/>
        </p:nvSpPr>
        <p:spPr>
          <a:xfrm>
            <a:off x="11661917" y="7438626"/>
            <a:ext cx="4798475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Forecast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2757428-2B9C-6A9D-2148-203F6BC51F07}"/>
              </a:ext>
            </a:extLst>
          </p:cNvPr>
          <p:cNvGrpSpPr/>
          <p:nvPr/>
        </p:nvGrpSpPr>
        <p:grpSpPr>
          <a:xfrm rot="18253475">
            <a:off x="13287913" y="-3236255"/>
            <a:ext cx="4726025" cy="4924417"/>
            <a:chOff x="15011400" y="-495841"/>
            <a:chExt cx="3841146" cy="3977524"/>
          </a:xfrm>
        </p:grpSpPr>
        <p:grpSp>
          <p:nvGrpSpPr>
            <p:cNvPr id="89" name="Group 74">
              <a:extLst>
                <a:ext uri="{FF2B5EF4-FFF2-40B4-BE49-F238E27FC236}">
                  <a16:creationId xmlns:a16="http://schemas.microsoft.com/office/drawing/2014/main" id="{9EAAC407-BE2A-D664-A786-8991E4D71EEA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04" name="Freeform 75">
                <a:extLst>
                  <a:ext uri="{FF2B5EF4-FFF2-40B4-BE49-F238E27FC236}">
                    <a16:creationId xmlns:a16="http://schemas.microsoft.com/office/drawing/2014/main" id="{5199DC35-2704-5D8D-50D5-1AD03FC1279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TextBox 76">
                <a:extLst>
                  <a:ext uri="{FF2B5EF4-FFF2-40B4-BE49-F238E27FC236}">
                    <a16:creationId xmlns:a16="http://schemas.microsoft.com/office/drawing/2014/main" id="{55400C81-C738-54CB-D281-6749ACF88CA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0" name="TextBox 79">
              <a:extLst>
                <a:ext uri="{FF2B5EF4-FFF2-40B4-BE49-F238E27FC236}">
                  <a16:creationId xmlns:a16="http://schemas.microsoft.com/office/drawing/2014/main" id="{47B5D4E9-77E7-0C8A-D7F8-7B2E1A95DC8B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1" name="TextBox 82">
              <a:extLst>
                <a:ext uri="{FF2B5EF4-FFF2-40B4-BE49-F238E27FC236}">
                  <a16:creationId xmlns:a16="http://schemas.microsoft.com/office/drawing/2014/main" id="{9ABF272E-ACA9-8990-D413-523EFCA198CC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2" name="Group 83">
              <a:extLst>
                <a:ext uri="{FF2B5EF4-FFF2-40B4-BE49-F238E27FC236}">
                  <a16:creationId xmlns:a16="http://schemas.microsoft.com/office/drawing/2014/main" id="{1B9AF261-E1B0-BC25-7915-86904F44A59D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02" name="Freeform 84">
                <a:extLst>
                  <a:ext uri="{FF2B5EF4-FFF2-40B4-BE49-F238E27FC236}">
                    <a16:creationId xmlns:a16="http://schemas.microsoft.com/office/drawing/2014/main" id="{41E4EC65-3B93-3016-1F0B-7C1A60EE1065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TextBox 85">
                <a:extLst>
                  <a:ext uri="{FF2B5EF4-FFF2-40B4-BE49-F238E27FC236}">
                    <a16:creationId xmlns:a16="http://schemas.microsoft.com/office/drawing/2014/main" id="{2F36CF71-6E44-115F-D1D7-CD87D9D92DB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93" name="Group 86">
              <a:extLst>
                <a:ext uri="{FF2B5EF4-FFF2-40B4-BE49-F238E27FC236}">
                  <a16:creationId xmlns:a16="http://schemas.microsoft.com/office/drawing/2014/main" id="{688FABC7-0632-A55D-7223-D2E810C212D2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00" name="Freeform 87">
                <a:extLst>
                  <a:ext uri="{FF2B5EF4-FFF2-40B4-BE49-F238E27FC236}">
                    <a16:creationId xmlns:a16="http://schemas.microsoft.com/office/drawing/2014/main" id="{DD3BE769-0B19-797A-86DF-9EE74083FA5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1" name="TextBox 88">
                <a:extLst>
                  <a:ext uri="{FF2B5EF4-FFF2-40B4-BE49-F238E27FC236}">
                    <a16:creationId xmlns:a16="http://schemas.microsoft.com/office/drawing/2014/main" id="{75EECE98-F7E8-70BE-6CC5-01D4619926D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4" name="TextBox 91">
              <a:extLst>
                <a:ext uri="{FF2B5EF4-FFF2-40B4-BE49-F238E27FC236}">
                  <a16:creationId xmlns:a16="http://schemas.microsoft.com/office/drawing/2014/main" id="{ADDFF32E-892C-F688-9D7F-1CEC878135FF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95" name="Group 92">
              <a:extLst>
                <a:ext uri="{FF2B5EF4-FFF2-40B4-BE49-F238E27FC236}">
                  <a16:creationId xmlns:a16="http://schemas.microsoft.com/office/drawing/2014/main" id="{5D85B6CC-ADFA-2DE4-76DC-FA860B4AA0CD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98" name="Freeform 93">
                <a:extLst>
                  <a:ext uri="{FF2B5EF4-FFF2-40B4-BE49-F238E27FC236}">
                    <a16:creationId xmlns:a16="http://schemas.microsoft.com/office/drawing/2014/main" id="{60144A25-FE4A-F1A8-BE31-4986CA64E87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9" name="TextBox 94">
                <a:extLst>
                  <a:ext uri="{FF2B5EF4-FFF2-40B4-BE49-F238E27FC236}">
                    <a16:creationId xmlns:a16="http://schemas.microsoft.com/office/drawing/2014/main" id="{D90F8337-3A11-8B8A-B16A-2AFF8838CD8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6" name="TextBox 97">
              <a:extLst>
                <a:ext uri="{FF2B5EF4-FFF2-40B4-BE49-F238E27FC236}">
                  <a16:creationId xmlns:a16="http://schemas.microsoft.com/office/drawing/2014/main" id="{70E67D51-739F-04E8-3C6C-99B07F2884F2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7" name="TextBox 100">
              <a:extLst>
                <a:ext uri="{FF2B5EF4-FFF2-40B4-BE49-F238E27FC236}">
                  <a16:creationId xmlns:a16="http://schemas.microsoft.com/office/drawing/2014/main" id="{89D177AF-2457-0DCF-F643-981800D4E491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8019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448FC-0C61-0179-2FF6-D9A7CBD8F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F3F4AB1-8504-88C7-9839-47D81B48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093" y="5298092"/>
            <a:ext cx="10272663" cy="709272"/>
          </a:xfrm>
          <a:prstGeom prst="rect">
            <a:avLst/>
          </a:prstGeom>
        </p:spPr>
      </p:pic>
      <p:sp>
        <p:nvSpPr>
          <p:cNvPr id="56" name="TextBox 56">
            <a:extLst>
              <a:ext uri="{FF2B5EF4-FFF2-40B4-BE49-F238E27FC236}">
                <a16:creationId xmlns:a16="http://schemas.microsoft.com/office/drawing/2014/main" id="{2858E1A9-2BE6-60C6-95F1-3A0C3A3CAD27}"/>
              </a:ext>
            </a:extLst>
          </p:cNvPr>
          <p:cNvSpPr txBox="1"/>
          <p:nvPr/>
        </p:nvSpPr>
        <p:spPr>
          <a:xfrm>
            <a:off x="6781800" y="5113657"/>
            <a:ext cx="10398639" cy="893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0600" b="1">
                <a:solidFill>
                  <a:srgbClr val="233D80"/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Data Cleansing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99503E-0079-1B92-A522-FB961EEBAE40}"/>
              </a:ext>
            </a:extLst>
          </p:cNvPr>
          <p:cNvGrpSpPr/>
          <p:nvPr/>
        </p:nvGrpSpPr>
        <p:grpSpPr>
          <a:xfrm rot="12400782">
            <a:off x="-2878201" y="360298"/>
            <a:ext cx="9000000" cy="9000000"/>
            <a:chOff x="15011400" y="-495841"/>
            <a:chExt cx="3841146" cy="3977524"/>
          </a:xfrm>
        </p:grpSpPr>
        <p:grpSp>
          <p:nvGrpSpPr>
            <p:cNvPr id="22" name="Group 74">
              <a:extLst>
                <a:ext uri="{FF2B5EF4-FFF2-40B4-BE49-F238E27FC236}">
                  <a16:creationId xmlns:a16="http://schemas.microsoft.com/office/drawing/2014/main" id="{1C7D5287-6D2A-E606-852C-D36109B69C47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37" name="Freeform 75">
                <a:extLst>
                  <a:ext uri="{FF2B5EF4-FFF2-40B4-BE49-F238E27FC236}">
                    <a16:creationId xmlns:a16="http://schemas.microsoft.com/office/drawing/2014/main" id="{6646B673-2638-F899-FA6A-F6B54616DA6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76">
                <a:extLst>
                  <a:ext uri="{FF2B5EF4-FFF2-40B4-BE49-F238E27FC236}">
                    <a16:creationId xmlns:a16="http://schemas.microsoft.com/office/drawing/2014/main" id="{35440818-C952-485D-30BA-DE044D75480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79">
              <a:extLst>
                <a:ext uri="{FF2B5EF4-FFF2-40B4-BE49-F238E27FC236}">
                  <a16:creationId xmlns:a16="http://schemas.microsoft.com/office/drawing/2014/main" id="{76E129BB-601B-048E-3173-49F5ABE813E5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B8EC39D2-C3B8-C5B2-429C-549FE5FF98BA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5" name="Group 83">
              <a:extLst>
                <a:ext uri="{FF2B5EF4-FFF2-40B4-BE49-F238E27FC236}">
                  <a16:creationId xmlns:a16="http://schemas.microsoft.com/office/drawing/2014/main" id="{268229E9-E5DF-7042-1BEE-D66690816EE6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69049E11-2307-A81C-AAC6-93DE156306D1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85">
                <a:extLst>
                  <a:ext uri="{FF2B5EF4-FFF2-40B4-BE49-F238E27FC236}">
                    <a16:creationId xmlns:a16="http://schemas.microsoft.com/office/drawing/2014/main" id="{435F1E67-A3F2-53D6-4877-C8CE3EEE3D9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373DC4B8-1D4E-280B-053B-658B47D65C3B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33" name="Freeform 87">
                <a:extLst>
                  <a:ext uri="{FF2B5EF4-FFF2-40B4-BE49-F238E27FC236}">
                    <a16:creationId xmlns:a16="http://schemas.microsoft.com/office/drawing/2014/main" id="{3017DF97-28AD-DCA6-396D-3B27F1B4737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88">
                <a:extLst>
                  <a:ext uri="{FF2B5EF4-FFF2-40B4-BE49-F238E27FC236}">
                    <a16:creationId xmlns:a16="http://schemas.microsoft.com/office/drawing/2014/main" id="{6A56BA6E-948F-0E3F-3475-3A2D4182FFF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7" name="TextBox 91">
              <a:extLst>
                <a:ext uri="{FF2B5EF4-FFF2-40B4-BE49-F238E27FC236}">
                  <a16:creationId xmlns:a16="http://schemas.microsoft.com/office/drawing/2014/main" id="{F8377EF6-88FF-F0AC-4DA6-E1E73C969E5A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8" name="Group 92">
              <a:extLst>
                <a:ext uri="{FF2B5EF4-FFF2-40B4-BE49-F238E27FC236}">
                  <a16:creationId xmlns:a16="http://schemas.microsoft.com/office/drawing/2014/main" id="{57DACEB2-76BD-140A-2C5C-4738E682579E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31" name="Freeform 93">
                <a:extLst>
                  <a:ext uri="{FF2B5EF4-FFF2-40B4-BE49-F238E27FC236}">
                    <a16:creationId xmlns:a16="http://schemas.microsoft.com/office/drawing/2014/main" id="{2A3DE6EE-7755-8E9B-5B8F-D81380F9E90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4">
                <a:extLst>
                  <a:ext uri="{FF2B5EF4-FFF2-40B4-BE49-F238E27FC236}">
                    <a16:creationId xmlns:a16="http://schemas.microsoft.com/office/drawing/2014/main" id="{80C29F50-7D79-904C-2A3E-A8AB213FF39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97">
              <a:extLst>
                <a:ext uri="{FF2B5EF4-FFF2-40B4-BE49-F238E27FC236}">
                  <a16:creationId xmlns:a16="http://schemas.microsoft.com/office/drawing/2014/main" id="{A45D8498-D8A7-6064-2A50-C139CDDAFF1D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0" name="TextBox 100">
              <a:extLst>
                <a:ext uri="{FF2B5EF4-FFF2-40B4-BE49-F238E27FC236}">
                  <a16:creationId xmlns:a16="http://schemas.microsoft.com/office/drawing/2014/main" id="{43215951-2AE4-81AB-2C93-D52581B2452B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9" name="TextBox 36">
            <a:extLst>
              <a:ext uri="{FF2B5EF4-FFF2-40B4-BE49-F238E27FC236}">
                <a16:creationId xmlns:a16="http://schemas.microsoft.com/office/drawing/2014/main" id="{6EB9D0CB-00BC-6F5E-C3DA-A51263A845A1}"/>
              </a:ext>
            </a:extLst>
          </p:cNvPr>
          <p:cNvSpPr txBox="1"/>
          <p:nvPr/>
        </p:nvSpPr>
        <p:spPr>
          <a:xfrm>
            <a:off x="1242533" y="5144741"/>
            <a:ext cx="4283074" cy="1074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17200" b="1" u="none" strike="noStrike" spc="165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02.</a:t>
            </a:r>
          </a:p>
        </p:txBody>
      </p:sp>
      <p:sp>
        <p:nvSpPr>
          <p:cNvPr id="41" name="Freeform 84">
            <a:extLst>
              <a:ext uri="{FF2B5EF4-FFF2-40B4-BE49-F238E27FC236}">
                <a16:creationId xmlns:a16="http://schemas.microsoft.com/office/drawing/2014/main" id="{8F4F76A9-376E-7D57-E96E-496EF0532527}"/>
              </a:ext>
            </a:extLst>
          </p:cNvPr>
          <p:cNvSpPr/>
          <p:nvPr/>
        </p:nvSpPr>
        <p:spPr>
          <a:xfrm rot="12400782">
            <a:off x="409185" y="212161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4E5F4"/>
          </a:solidFill>
        </p:spPr>
        <p:txBody>
          <a:bodyPr/>
          <a:lstStyle/>
          <a:p>
            <a:endParaRPr lang="en-GB"/>
          </a:p>
        </p:txBody>
      </p:sp>
      <p:sp>
        <p:nvSpPr>
          <p:cNvPr id="42" name="Freeform 84">
            <a:extLst>
              <a:ext uri="{FF2B5EF4-FFF2-40B4-BE49-F238E27FC236}">
                <a16:creationId xmlns:a16="http://schemas.microsoft.com/office/drawing/2014/main" id="{B3495F2A-4AF5-DEF7-5B9D-B91AB00CB820}"/>
              </a:ext>
            </a:extLst>
          </p:cNvPr>
          <p:cNvSpPr/>
          <p:nvPr/>
        </p:nvSpPr>
        <p:spPr>
          <a:xfrm rot="12400782">
            <a:off x="691725" y="8967125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8AEB6"/>
          </a:solidFill>
        </p:spPr>
        <p:txBody>
          <a:bodyPr/>
          <a:lstStyle/>
          <a:p>
            <a:endParaRPr lang="en-GB"/>
          </a:p>
        </p:txBody>
      </p:sp>
      <p:sp>
        <p:nvSpPr>
          <p:cNvPr id="45" name="TextBox 56">
            <a:extLst>
              <a:ext uri="{FF2B5EF4-FFF2-40B4-BE49-F238E27FC236}">
                <a16:creationId xmlns:a16="http://schemas.microsoft.com/office/drawing/2014/main" id="{8619E462-E5B6-91DD-3CF8-D7B56295D6C7}"/>
              </a:ext>
            </a:extLst>
          </p:cNvPr>
          <p:cNvSpPr txBox="1"/>
          <p:nvPr/>
        </p:nvSpPr>
        <p:spPr>
          <a:xfrm>
            <a:off x="6946715" y="6211489"/>
            <a:ext cx="10398639" cy="68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Presented By | Jimmy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3D61384-4B4A-4DB0-263A-766C26820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927" y="2508668"/>
            <a:ext cx="1908213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42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ABB04-A7F3-F29F-E662-00BE86E2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A2E248-2B93-80B0-21D6-87D02A206D08}"/>
              </a:ext>
            </a:extLst>
          </p:cNvPr>
          <p:cNvSpPr/>
          <p:nvPr/>
        </p:nvSpPr>
        <p:spPr>
          <a:xfrm>
            <a:off x="3733800" y="1943100"/>
            <a:ext cx="10820400" cy="2514600"/>
          </a:xfrm>
          <a:prstGeom prst="roundRect">
            <a:avLst>
              <a:gd name="adj" fmla="val 8456"/>
            </a:avLst>
          </a:prstGeom>
          <a:solidFill>
            <a:schemeClr val="bg1">
              <a:alpha val="80000"/>
            </a:schemeClr>
          </a:solidFill>
          <a:ln w="101600">
            <a:solidFill>
              <a:srgbClr val="FFE8A3"/>
            </a:solidFill>
            <a:prstDash val="sysDot"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FCA4C1EF-2F66-5AEF-7FA5-10E0464BCFBF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Snapshot of the Raw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91159E-48A7-9D00-C181-4595D0C58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6578" y="2171700"/>
            <a:ext cx="10374173" cy="2057687"/>
          </a:xfrm>
          <a:prstGeom prst="rect">
            <a:avLst/>
          </a:prstGeom>
          <a:ln w="57150" cap="rnd">
            <a:solidFill>
              <a:srgbClr val="FFBEC4">
                <a:alpha val="0"/>
              </a:srgb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374173"/>
                      <a:gd name="csY0" fmla="*/ 0 h 2057687"/>
                      <a:gd name="csX1" fmla="*/ 380386 w 10374173"/>
                      <a:gd name="csY1" fmla="*/ 0 h 2057687"/>
                      <a:gd name="csX2" fmla="*/ 1175740 w 10374173"/>
                      <a:gd name="csY2" fmla="*/ 0 h 2057687"/>
                      <a:gd name="csX3" fmla="*/ 1556126 w 10374173"/>
                      <a:gd name="csY3" fmla="*/ 0 h 2057687"/>
                      <a:gd name="csX4" fmla="*/ 1936512 w 10374173"/>
                      <a:gd name="csY4" fmla="*/ 0 h 2057687"/>
                      <a:gd name="csX5" fmla="*/ 2835607 w 10374173"/>
                      <a:gd name="csY5" fmla="*/ 0 h 2057687"/>
                      <a:gd name="csX6" fmla="*/ 3527219 w 10374173"/>
                      <a:gd name="csY6" fmla="*/ 0 h 2057687"/>
                      <a:gd name="csX7" fmla="*/ 3907605 w 10374173"/>
                      <a:gd name="csY7" fmla="*/ 0 h 2057687"/>
                      <a:gd name="csX8" fmla="*/ 4599217 w 10374173"/>
                      <a:gd name="csY8" fmla="*/ 0 h 2057687"/>
                      <a:gd name="csX9" fmla="*/ 5498312 w 10374173"/>
                      <a:gd name="csY9" fmla="*/ 0 h 2057687"/>
                      <a:gd name="csX10" fmla="*/ 6086181 w 10374173"/>
                      <a:gd name="csY10" fmla="*/ 0 h 2057687"/>
                      <a:gd name="csX11" fmla="*/ 6674051 w 10374173"/>
                      <a:gd name="csY11" fmla="*/ 0 h 2057687"/>
                      <a:gd name="csX12" fmla="*/ 7365663 w 10374173"/>
                      <a:gd name="csY12" fmla="*/ 0 h 2057687"/>
                      <a:gd name="csX13" fmla="*/ 8161016 w 10374173"/>
                      <a:gd name="csY13" fmla="*/ 0 h 2057687"/>
                      <a:gd name="csX14" fmla="*/ 8956369 w 10374173"/>
                      <a:gd name="csY14" fmla="*/ 0 h 2057687"/>
                      <a:gd name="csX15" fmla="*/ 9751723 w 10374173"/>
                      <a:gd name="csY15" fmla="*/ 0 h 2057687"/>
                      <a:gd name="csX16" fmla="*/ 10374173 w 10374173"/>
                      <a:gd name="csY16" fmla="*/ 0 h 2057687"/>
                      <a:gd name="csX17" fmla="*/ 10374173 w 10374173"/>
                      <a:gd name="csY17" fmla="*/ 685896 h 2057687"/>
                      <a:gd name="csX18" fmla="*/ 10374173 w 10374173"/>
                      <a:gd name="csY18" fmla="*/ 1371791 h 2057687"/>
                      <a:gd name="csX19" fmla="*/ 10374173 w 10374173"/>
                      <a:gd name="csY19" fmla="*/ 2057687 h 2057687"/>
                      <a:gd name="csX20" fmla="*/ 9475078 w 10374173"/>
                      <a:gd name="csY20" fmla="*/ 2057687 h 2057687"/>
                      <a:gd name="csX21" fmla="*/ 8783466 w 10374173"/>
                      <a:gd name="csY21" fmla="*/ 2057687 h 2057687"/>
                      <a:gd name="csX22" fmla="*/ 8195597 w 10374173"/>
                      <a:gd name="csY22" fmla="*/ 2057687 h 2057687"/>
                      <a:gd name="csX23" fmla="*/ 7607727 w 10374173"/>
                      <a:gd name="csY23" fmla="*/ 2057687 h 2057687"/>
                      <a:gd name="csX24" fmla="*/ 7019857 w 10374173"/>
                      <a:gd name="csY24" fmla="*/ 2057687 h 2057687"/>
                      <a:gd name="csX25" fmla="*/ 6431987 w 10374173"/>
                      <a:gd name="csY25" fmla="*/ 2057687 h 2057687"/>
                      <a:gd name="csX26" fmla="*/ 5636634 w 10374173"/>
                      <a:gd name="csY26" fmla="*/ 2057687 h 2057687"/>
                      <a:gd name="csX27" fmla="*/ 4945022 w 10374173"/>
                      <a:gd name="csY27" fmla="*/ 2057687 h 2057687"/>
                      <a:gd name="csX28" fmla="*/ 4564636 w 10374173"/>
                      <a:gd name="csY28" fmla="*/ 2057687 h 2057687"/>
                      <a:gd name="csX29" fmla="*/ 3976766 w 10374173"/>
                      <a:gd name="csY29" fmla="*/ 2057687 h 2057687"/>
                      <a:gd name="csX30" fmla="*/ 3181413 w 10374173"/>
                      <a:gd name="csY30" fmla="*/ 2057687 h 2057687"/>
                      <a:gd name="csX31" fmla="*/ 2697285 w 10374173"/>
                      <a:gd name="csY31" fmla="*/ 2057687 h 2057687"/>
                      <a:gd name="csX32" fmla="*/ 1798190 w 10374173"/>
                      <a:gd name="csY32" fmla="*/ 2057687 h 2057687"/>
                      <a:gd name="csX33" fmla="*/ 899095 w 10374173"/>
                      <a:gd name="csY33" fmla="*/ 2057687 h 2057687"/>
                      <a:gd name="csX34" fmla="*/ 0 w 10374173"/>
                      <a:gd name="csY34" fmla="*/ 2057687 h 2057687"/>
                      <a:gd name="csX35" fmla="*/ 0 w 10374173"/>
                      <a:gd name="csY35" fmla="*/ 1330638 h 2057687"/>
                      <a:gd name="csX36" fmla="*/ 0 w 10374173"/>
                      <a:gd name="csY36" fmla="*/ 644742 h 2057687"/>
                      <a:gd name="csX37" fmla="*/ 0 w 10374173"/>
                      <a:gd name="csY37" fmla="*/ 0 h 20576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10374173" h="2057687" fill="none" extrusionOk="0">
                        <a:moveTo>
                          <a:pt x="0" y="0"/>
                        </a:moveTo>
                        <a:cubicBezTo>
                          <a:pt x="178957" y="-1866"/>
                          <a:pt x="301017" y="-16468"/>
                          <a:pt x="380386" y="0"/>
                        </a:cubicBezTo>
                        <a:cubicBezTo>
                          <a:pt x="459755" y="16468"/>
                          <a:pt x="834640" y="34528"/>
                          <a:pt x="1175740" y="0"/>
                        </a:cubicBezTo>
                        <a:cubicBezTo>
                          <a:pt x="1516840" y="-34528"/>
                          <a:pt x="1402923" y="14150"/>
                          <a:pt x="1556126" y="0"/>
                        </a:cubicBezTo>
                        <a:cubicBezTo>
                          <a:pt x="1709329" y="-14150"/>
                          <a:pt x="1837872" y="-14213"/>
                          <a:pt x="1936512" y="0"/>
                        </a:cubicBezTo>
                        <a:cubicBezTo>
                          <a:pt x="2035152" y="14213"/>
                          <a:pt x="2484473" y="18383"/>
                          <a:pt x="2835607" y="0"/>
                        </a:cubicBezTo>
                        <a:cubicBezTo>
                          <a:pt x="3186742" y="-18383"/>
                          <a:pt x="3255458" y="-18194"/>
                          <a:pt x="3527219" y="0"/>
                        </a:cubicBezTo>
                        <a:cubicBezTo>
                          <a:pt x="3798980" y="18194"/>
                          <a:pt x="3793015" y="8467"/>
                          <a:pt x="3907605" y="0"/>
                        </a:cubicBezTo>
                        <a:cubicBezTo>
                          <a:pt x="4022195" y="-8467"/>
                          <a:pt x="4367784" y="21391"/>
                          <a:pt x="4599217" y="0"/>
                        </a:cubicBezTo>
                        <a:cubicBezTo>
                          <a:pt x="4830650" y="-21391"/>
                          <a:pt x="5109955" y="43872"/>
                          <a:pt x="5498312" y="0"/>
                        </a:cubicBezTo>
                        <a:cubicBezTo>
                          <a:pt x="5886670" y="-43872"/>
                          <a:pt x="5935441" y="17397"/>
                          <a:pt x="6086181" y="0"/>
                        </a:cubicBezTo>
                        <a:cubicBezTo>
                          <a:pt x="6236921" y="-17397"/>
                          <a:pt x="6530354" y="2341"/>
                          <a:pt x="6674051" y="0"/>
                        </a:cubicBezTo>
                        <a:cubicBezTo>
                          <a:pt x="6817748" y="-2341"/>
                          <a:pt x="7130367" y="-17927"/>
                          <a:pt x="7365663" y="0"/>
                        </a:cubicBezTo>
                        <a:cubicBezTo>
                          <a:pt x="7600959" y="17927"/>
                          <a:pt x="7836763" y="38580"/>
                          <a:pt x="8161016" y="0"/>
                        </a:cubicBezTo>
                        <a:cubicBezTo>
                          <a:pt x="8485269" y="-38580"/>
                          <a:pt x="8674570" y="33712"/>
                          <a:pt x="8956369" y="0"/>
                        </a:cubicBezTo>
                        <a:cubicBezTo>
                          <a:pt x="9238168" y="-33712"/>
                          <a:pt x="9553898" y="-816"/>
                          <a:pt x="9751723" y="0"/>
                        </a:cubicBezTo>
                        <a:cubicBezTo>
                          <a:pt x="9949548" y="816"/>
                          <a:pt x="10214548" y="-850"/>
                          <a:pt x="10374173" y="0"/>
                        </a:cubicBezTo>
                        <a:cubicBezTo>
                          <a:pt x="10391146" y="161409"/>
                          <a:pt x="10375186" y="401482"/>
                          <a:pt x="10374173" y="685896"/>
                        </a:cubicBezTo>
                        <a:cubicBezTo>
                          <a:pt x="10373160" y="970310"/>
                          <a:pt x="10372434" y="1113685"/>
                          <a:pt x="10374173" y="1371791"/>
                        </a:cubicBezTo>
                        <a:cubicBezTo>
                          <a:pt x="10375912" y="1629898"/>
                          <a:pt x="10349906" y="1745235"/>
                          <a:pt x="10374173" y="2057687"/>
                        </a:cubicBezTo>
                        <a:cubicBezTo>
                          <a:pt x="10185973" y="2041600"/>
                          <a:pt x="9904097" y="2075537"/>
                          <a:pt x="9475078" y="2057687"/>
                        </a:cubicBezTo>
                        <a:cubicBezTo>
                          <a:pt x="9046060" y="2039837"/>
                          <a:pt x="9042128" y="2088442"/>
                          <a:pt x="8783466" y="2057687"/>
                        </a:cubicBezTo>
                        <a:cubicBezTo>
                          <a:pt x="8524804" y="2026932"/>
                          <a:pt x="8339693" y="2054762"/>
                          <a:pt x="8195597" y="2057687"/>
                        </a:cubicBezTo>
                        <a:cubicBezTo>
                          <a:pt x="8051501" y="2060612"/>
                          <a:pt x="7866503" y="2030733"/>
                          <a:pt x="7607727" y="2057687"/>
                        </a:cubicBezTo>
                        <a:cubicBezTo>
                          <a:pt x="7348951" y="2084642"/>
                          <a:pt x="7282714" y="2041892"/>
                          <a:pt x="7019857" y="2057687"/>
                        </a:cubicBezTo>
                        <a:cubicBezTo>
                          <a:pt x="6757000" y="2073483"/>
                          <a:pt x="6714270" y="2083600"/>
                          <a:pt x="6431987" y="2057687"/>
                        </a:cubicBezTo>
                        <a:cubicBezTo>
                          <a:pt x="6149704" y="2031775"/>
                          <a:pt x="5947065" y="2038406"/>
                          <a:pt x="5636634" y="2057687"/>
                        </a:cubicBezTo>
                        <a:cubicBezTo>
                          <a:pt x="5326203" y="2076968"/>
                          <a:pt x="5284976" y="2059158"/>
                          <a:pt x="4945022" y="2057687"/>
                        </a:cubicBezTo>
                        <a:cubicBezTo>
                          <a:pt x="4605068" y="2056216"/>
                          <a:pt x="4673580" y="2059542"/>
                          <a:pt x="4564636" y="2057687"/>
                        </a:cubicBezTo>
                        <a:cubicBezTo>
                          <a:pt x="4455692" y="2055832"/>
                          <a:pt x="4265348" y="2058120"/>
                          <a:pt x="3976766" y="2057687"/>
                        </a:cubicBezTo>
                        <a:cubicBezTo>
                          <a:pt x="3688184" y="2057255"/>
                          <a:pt x="3515140" y="2061960"/>
                          <a:pt x="3181413" y="2057687"/>
                        </a:cubicBezTo>
                        <a:cubicBezTo>
                          <a:pt x="2847686" y="2053414"/>
                          <a:pt x="2888614" y="2064430"/>
                          <a:pt x="2697285" y="2057687"/>
                        </a:cubicBezTo>
                        <a:cubicBezTo>
                          <a:pt x="2505956" y="2050944"/>
                          <a:pt x="1986722" y="2082635"/>
                          <a:pt x="1798190" y="2057687"/>
                        </a:cubicBezTo>
                        <a:cubicBezTo>
                          <a:pt x="1609658" y="2032739"/>
                          <a:pt x="1117556" y="2086632"/>
                          <a:pt x="899095" y="2057687"/>
                        </a:cubicBezTo>
                        <a:cubicBezTo>
                          <a:pt x="680634" y="2028742"/>
                          <a:pt x="406354" y="2093454"/>
                          <a:pt x="0" y="2057687"/>
                        </a:cubicBezTo>
                        <a:cubicBezTo>
                          <a:pt x="-27505" y="1782917"/>
                          <a:pt x="-9017" y="1688730"/>
                          <a:pt x="0" y="1330638"/>
                        </a:cubicBezTo>
                        <a:cubicBezTo>
                          <a:pt x="9017" y="972546"/>
                          <a:pt x="28565" y="901043"/>
                          <a:pt x="0" y="644742"/>
                        </a:cubicBezTo>
                        <a:cubicBezTo>
                          <a:pt x="-28565" y="388441"/>
                          <a:pt x="28888" y="278217"/>
                          <a:pt x="0" y="0"/>
                        </a:cubicBezTo>
                        <a:close/>
                      </a:path>
                      <a:path w="10374173" h="2057687" stroke="0" extrusionOk="0">
                        <a:moveTo>
                          <a:pt x="0" y="0"/>
                        </a:moveTo>
                        <a:cubicBezTo>
                          <a:pt x="281431" y="-5979"/>
                          <a:pt x="342235" y="-28142"/>
                          <a:pt x="587870" y="0"/>
                        </a:cubicBezTo>
                        <a:cubicBezTo>
                          <a:pt x="833505" y="28142"/>
                          <a:pt x="779483" y="11106"/>
                          <a:pt x="968256" y="0"/>
                        </a:cubicBezTo>
                        <a:cubicBezTo>
                          <a:pt x="1157029" y="-11106"/>
                          <a:pt x="1418291" y="22656"/>
                          <a:pt x="1867351" y="0"/>
                        </a:cubicBezTo>
                        <a:cubicBezTo>
                          <a:pt x="2316411" y="-22656"/>
                          <a:pt x="2257607" y="19973"/>
                          <a:pt x="2455221" y="0"/>
                        </a:cubicBezTo>
                        <a:cubicBezTo>
                          <a:pt x="2652835" y="-19973"/>
                          <a:pt x="2814334" y="10853"/>
                          <a:pt x="3043091" y="0"/>
                        </a:cubicBezTo>
                        <a:cubicBezTo>
                          <a:pt x="3271848" y="-10853"/>
                          <a:pt x="3672844" y="-32993"/>
                          <a:pt x="3942186" y="0"/>
                        </a:cubicBezTo>
                        <a:cubicBezTo>
                          <a:pt x="4211529" y="32993"/>
                          <a:pt x="4217096" y="-3875"/>
                          <a:pt x="4426314" y="0"/>
                        </a:cubicBezTo>
                        <a:cubicBezTo>
                          <a:pt x="4635532" y="3875"/>
                          <a:pt x="4933845" y="10743"/>
                          <a:pt x="5325409" y="0"/>
                        </a:cubicBezTo>
                        <a:cubicBezTo>
                          <a:pt x="5716974" y="-10743"/>
                          <a:pt x="5849730" y="-28033"/>
                          <a:pt x="6224504" y="0"/>
                        </a:cubicBezTo>
                        <a:cubicBezTo>
                          <a:pt x="6599278" y="28033"/>
                          <a:pt x="6620781" y="-31250"/>
                          <a:pt x="6916115" y="0"/>
                        </a:cubicBezTo>
                        <a:cubicBezTo>
                          <a:pt x="7211449" y="31250"/>
                          <a:pt x="7369167" y="7841"/>
                          <a:pt x="7815210" y="0"/>
                        </a:cubicBezTo>
                        <a:cubicBezTo>
                          <a:pt x="8261254" y="-7841"/>
                          <a:pt x="8141116" y="1805"/>
                          <a:pt x="8403080" y="0"/>
                        </a:cubicBezTo>
                        <a:cubicBezTo>
                          <a:pt x="8665044" y="-1805"/>
                          <a:pt x="8720415" y="-674"/>
                          <a:pt x="8990950" y="0"/>
                        </a:cubicBezTo>
                        <a:cubicBezTo>
                          <a:pt x="9261485" y="674"/>
                          <a:pt x="9415912" y="-26092"/>
                          <a:pt x="9786303" y="0"/>
                        </a:cubicBezTo>
                        <a:cubicBezTo>
                          <a:pt x="10156694" y="26092"/>
                          <a:pt x="10092803" y="12066"/>
                          <a:pt x="10374173" y="0"/>
                        </a:cubicBezTo>
                        <a:cubicBezTo>
                          <a:pt x="10368952" y="241526"/>
                          <a:pt x="10348690" y="381017"/>
                          <a:pt x="10374173" y="727049"/>
                        </a:cubicBezTo>
                        <a:cubicBezTo>
                          <a:pt x="10399656" y="1073081"/>
                          <a:pt x="10354000" y="1260415"/>
                          <a:pt x="10374173" y="1433522"/>
                        </a:cubicBezTo>
                        <a:cubicBezTo>
                          <a:pt x="10394346" y="1606629"/>
                          <a:pt x="10397305" y="1888133"/>
                          <a:pt x="10374173" y="2057687"/>
                        </a:cubicBezTo>
                        <a:cubicBezTo>
                          <a:pt x="10126100" y="2038455"/>
                          <a:pt x="9928891" y="2035648"/>
                          <a:pt x="9578820" y="2057687"/>
                        </a:cubicBezTo>
                        <a:cubicBezTo>
                          <a:pt x="9228749" y="2079726"/>
                          <a:pt x="9327824" y="2058621"/>
                          <a:pt x="9094692" y="2057687"/>
                        </a:cubicBezTo>
                        <a:cubicBezTo>
                          <a:pt x="8861560" y="2056753"/>
                          <a:pt x="8590838" y="2097976"/>
                          <a:pt x="8195597" y="2057687"/>
                        </a:cubicBezTo>
                        <a:cubicBezTo>
                          <a:pt x="7800357" y="2017398"/>
                          <a:pt x="7765940" y="2066233"/>
                          <a:pt x="7503985" y="2057687"/>
                        </a:cubicBezTo>
                        <a:cubicBezTo>
                          <a:pt x="7242030" y="2049141"/>
                          <a:pt x="7234795" y="2061187"/>
                          <a:pt x="7019857" y="2057687"/>
                        </a:cubicBezTo>
                        <a:cubicBezTo>
                          <a:pt x="6804919" y="2054187"/>
                          <a:pt x="6594978" y="2051110"/>
                          <a:pt x="6328246" y="2057687"/>
                        </a:cubicBezTo>
                        <a:cubicBezTo>
                          <a:pt x="6061514" y="2064264"/>
                          <a:pt x="6102991" y="2063024"/>
                          <a:pt x="5947859" y="2057687"/>
                        </a:cubicBezTo>
                        <a:cubicBezTo>
                          <a:pt x="5792727" y="2052350"/>
                          <a:pt x="5717814" y="2046567"/>
                          <a:pt x="5567473" y="2057687"/>
                        </a:cubicBezTo>
                        <a:cubicBezTo>
                          <a:pt x="5417132" y="2068807"/>
                          <a:pt x="5130979" y="2085703"/>
                          <a:pt x="4875861" y="2057687"/>
                        </a:cubicBezTo>
                        <a:cubicBezTo>
                          <a:pt x="4620743" y="2029671"/>
                          <a:pt x="4501700" y="2080604"/>
                          <a:pt x="4391733" y="2057687"/>
                        </a:cubicBezTo>
                        <a:cubicBezTo>
                          <a:pt x="4281766" y="2034770"/>
                          <a:pt x="3802607" y="2042858"/>
                          <a:pt x="3596380" y="2057687"/>
                        </a:cubicBezTo>
                        <a:cubicBezTo>
                          <a:pt x="3390153" y="2072516"/>
                          <a:pt x="3289495" y="2072338"/>
                          <a:pt x="3112252" y="2057687"/>
                        </a:cubicBezTo>
                        <a:cubicBezTo>
                          <a:pt x="2935009" y="2043036"/>
                          <a:pt x="2654646" y="2090264"/>
                          <a:pt x="2316899" y="2057687"/>
                        </a:cubicBezTo>
                        <a:cubicBezTo>
                          <a:pt x="1979152" y="2025110"/>
                          <a:pt x="2117833" y="2057995"/>
                          <a:pt x="1936512" y="2057687"/>
                        </a:cubicBezTo>
                        <a:cubicBezTo>
                          <a:pt x="1755191" y="2057379"/>
                          <a:pt x="1300760" y="2056924"/>
                          <a:pt x="1141159" y="2057687"/>
                        </a:cubicBezTo>
                        <a:cubicBezTo>
                          <a:pt x="981558" y="2058450"/>
                          <a:pt x="789781" y="2062057"/>
                          <a:pt x="657031" y="2057687"/>
                        </a:cubicBezTo>
                        <a:cubicBezTo>
                          <a:pt x="524281" y="2053317"/>
                          <a:pt x="247878" y="2062338"/>
                          <a:pt x="0" y="2057687"/>
                        </a:cubicBezTo>
                        <a:cubicBezTo>
                          <a:pt x="-21205" y="1908983"/>
                          <a:pt x="27047" y="1589601"/>
                          <a:pt x="0" y="1412945"/>
                        </a:cubicBezTo>
                        <a:cubicBezTo>
                          <a:pt x="-27047" y="1236289"/>
                          <a:pt x="24793" y="1020389"/>
                          <a:pt x="0" y="685896"/>
                        </a:cubicBezTo>
                        <a:cubicBezTo>
                          <a:pt x="-24793" y="351403"/>
                          <a:pt x="3751" y="22300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12700"/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BB19392-6127-0B6A-0799-FC9F7D14D1CA}"/>
              </a:ext>
            </a:extLst>
          </p:cNvPr>
          <p:cNvGrpSpPr/>
          <p:nvPr/>
        </p:nvGrpSpPr>
        <p:grpSpPr>
          <a:xfrm>
            <a:off x="4324350" y="6029718"/>
            <a:ext cx="2381250" cy="2760794"/>
            <a:chOff x="2543175" y="5582311"/>
            <a:chExt cx="2381250" cy="2760794"/>
          </a:xfrm>
        </p:grpSpPr>
        <p:grpSp>
          <p:nvGrpSpPr>
            <p:cNvPr id="13" name="Group 24">
              <a:extLst>
                <a:ext uri="{FF2B5EF4-FFF2-40B4-BE49-F238E27FC236}">
                  <a16:creationId xmlns:a16="http://schemas.microsoft.com/office/drawing/2014/main" id="{234DECA9-4A45-1B50-11C9-A88991E1252B}"/>
                </a:ext>
              </a:extLst>
            </p:cNvPr>
            <p:cNvGrpSpPr/>
            <p:nvPr/>
          </p:nvGrpSpPr>
          <p:grpSpPr>
            <a:xfrm>
              <a:off x="3013800" y="5582311"/>
              <a:ext cx="1440000" cy="1440000"/>
              <a:chOff x="0" y="0"/>
              <a:chExt cx="812800" cy="812800"/>
            </a:xfrm>
          </p:grpSpPr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8DEAE8A2-312B-411E-E2FB-03167EE0EE23}"/>
                  </a:ext>
                </a:extLst>
              </p:cNvPr>
              <p:cNvSpPr/>
              <p:nvPr/>
            </p:nvSpPr>
            <p:spPr>
              <a:xfrm>
                <a:off x="63716" y="63716"/>
                <a:ext cx="685367" cy="685367"/>
              </a:xfrm>
              <a:custGeom>
                <a:avLst/>
                <a:gdLst/>
                <a:ahLst/>
                <a:cxnLst/>
                <a:rect l="l" t="t" r="r" b="b"/>
                <a:pathLst>
                  <a:path w="685367" h="685367">
                    <a:moveTo>
                      <a:pt x="451455" y="45055"/>
                    </a:moveTo>
                    <a:lnTo>
                      <a:pt x="640313" y="233913"/>
                    </a:lnTo>
                    <a:cubicBezTo>
                      <a:pt x="700386" y="293986"/>
                      <a:pt x="700386" y="391382"/>
                      <a:pt x="640313" y="451455"/>
                    </a:cubicBezTo>
                    <a:lnTo>
                      <a:pt x="451455" y="640313"/>
                    </a:lnTo>
                    <a:cubicBezTo>
                      <a:pt x="391382" y="700386"/>
                      <a:pt x="293986" y="700386"/>
                      <a:pt x="233913" y="640313"/>
                    </a:cubicBezTo>
                    <a:lnTo>
                      <a:pt x="45055" y="451455"/>
                    </a:lnTo>
                    <a:cubicBezTo>
                      <a:pt x="-15018" y="391382"/>
                      <a:pt x="-15018" y="293986"/>
                      <a:pt x="45055" y="233913"/>
                    </a:cubicBezTo>
                    <a:lnTo>
                      <a:pt x="233913" y="45055"/>
                    </a:lnTo>
                    <a:cubicBezTo>
                      <a:pt x="293986" y="-15018"/>
                      <a:pt x="391382" y="-15018"/>
                      <a:pt x="451455" y="45055"/>
                    </a:cubicBezTo>
                    <a:close/>
                  </a:path>
                </a:pathLst>
              </a:custGeom>
              <a:solidFill>
                <a:srgbClr val="F4F8FF"/>
              </a:solidFill>
              <a:ln w="57150" cap="rnd">
                <a:solidFill>
                  <a:srgbClr val="E4667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26">
                <a:extLst>
                  <a:ext uri="{FF2B5EF4-FFF2-40B4-BE49-F238E27FC236}">
                    <a16:creationId xmlns:a16="http://schemas.microsoft.com/office/drawing/2014/main" id="{4F88D5FE-2F95-B468-A656-F8B37637D7A9}"/>
                  </a:ext>
                </a:extLst>
              </p:cNvPr>
              <p:cNvSpPr txBox="1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46"/>
                  </a:lnSpc>
                  <a:spcBef>
                    <a:spcPct val="0"/>
                  </a:spcBef>
                </a:pPr>
                <a:r>
                  <a:rPr lang="en-US" sz="2390" b="1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01</a:t>
                </a:r>
              </a:p>
            </p:txBody>
          </p:sp>
        </p:grpSp>
        <p:sp>
          <p:nvSpPr>
            <p:cNvPr id="22" name="TextBox 61">
              <a:extLst>
                <a:ext uri="{FF2B5EF4-FFF2-40B4-BE49-F238E27FC236}">
                  <a16:creationId xmlns:a16="http://schemas.microsoft.com/office/drawing/2014/main" id="{CCF8DF27-8744-59B0-6141-9735F53B61C0}"/>
                </a:ext>
              </a:extLst>
            </p:cNvPr>
            <p:cNvSpPr txBox="1"/>
            <p:nvPr/>
          </p:nvSpPr>
          <p:spPr>
            <a:xfrm>
              <a:off x="2558896" y="7670292"/>
              <a:ext cx="2349809" cy="6728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36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Removing irrelevant or redundant data to improve clarity and efficiency.</a:t>
              </a:r>
            </a:p>
          </p:txBody>
        </p:sp>
        <p:sp>
          <p:nvSpPr>
            <p:cNvPr id="23" name="TextBox 62">
              <a:extLst>
                <a:ext uri="{FF2B5EF4-FFF2-40B4-BE49-F238E27FC236}">
                  <a16:creationId xmlns:a16="http://schemas.microsoft.com/office/drawing/2014/main" id="{F16510C4-30D9-DC7E-2B2B-5503512C8862}"/>
                </a:ext>
              </a:extLst>
            </p:cNvPr>
            <p:cNvSpPr txBox="1"/>
            <p:nvPr/>
          </p:nvSpPr>
          <p:spPr>
            <a:xfrm>
              <a:off x="2543175" y="7286127"/>
              <a:ext cx="2381250" cy="29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47"/>
                </a:lnSpc>
              </a:pPr>
              <a:r>
                <a:rPr lang="en-US" sz="1911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Redundancy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B3AA19-BD00-7D23-BF73-4F40AB8E7C37}"/>
              </a:ext>
            </a:extLst>
          </p:cNvPr>
          <p:cNvGrpSpPr/>
          <p:nvPr/>
        </p:nvGrpSpPr>
        <p:grpSpPr>
          <a:xfrm>
            <a:off x="11430000" y="6039961"/>
            <a:ext cx="2381250" cy="2991626"/>
            <a:chOff x="2543175" y="5582311"/>
            <a:chExt cx="2381250" cy="2991626"/>
          </a:xfrm>
        </p:grpSpPr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57797503-C3C9-C912-DBDD-5F8028459CDA}"/>
                </a:ext>
              </a:extLst>
            </p:cNvPr>
            <p:cNvGrpSpPr/>
            <p:nvPr/>
          </p:nvGrpSpPr>
          <p:grpSpPr>
            <a:xfrm>
              <a:off x="3013800" y="5582311"/>
              <a:ext cx="1440000" cy="1440000"/>
              <a:chOff x="0" y="0"/>
              <a:chExt cx="812800" cy="812800"/>
            </a:xfrm>
          </p:grpSpPr>
          <p:sp>
            <p:nvSpPr>
              <p:cNvPr id="29" name="Freeform 25">
                <a:extLst>
                  <a:ext uri="{FF2B5EF4-FFF2-40B4-BE49-F238E27FC236}">
                    <a16:creationId xmlns:a16="http://schemas.microsoft.com/office/drawing/2014/main" id="{1F2D73FD-5CF1-7B66-F883-0826FEBFB90E}"/>
                  </a:ext>
                </a:extLst>
              </p:cNvPr>
              <p:cNvSpPr/>
              <p:nvPr/>
            </p:nvSpPr>
            <p:spPr>
              <a:xfrm>
                <a:off x="63716" y="63716"/>
                <a:ext cx="685367" cy="685367"/>
              </a:xfrm>
              <a:custGeom>
                <a:avLst/>
                <a:gdLst/>
                <a:ahLst/>
                <a:cxnLst/>
                <a:rect l="l" t="t" r="r" b="b"/>
                <a:pathLst>
                  <a:path w="685367" h="685367">
                    <a:moveTo>
                      <a:pt x="451455" y="45055"/>
                    </a:moveTo>
                    <a:lnTo>
                      <a:pt x="640313" y="233913"/>
                    </a:lnTo>
                    <a:cubicBezTo>
                      <a:pt x="700386" y="293986"/>
                      <a:pt x="700386" y="391382"/>
                      <a:pt x="640313" y="451455"/>
                    </a:cubicBezTo>
                    <a:lnTo>
                      <a:pt x="451455" y="640313"/>
                    </a:lnTo>
                    <a:cubicBezTo>
                      <a:pt x="391382" y="700386"/>
                      <a:pt x="293986" y="700386"/>
                      <a:pt x="233913" y="640313"/>
                    </a:cubicBezTo>
                    <a:lnTo>
                      <a:pt x="45055" y="451455"/>
                    </a:lnTo>
                    <a:cubicBezTo>
                      <a:pt x="-15018" y="391382"/>
                      <a:pt x="-15018" y="293986"/>
                      <a:pt x="45055" y="233913"/>
                    </a:cubicBezTo>
                    <a:lnTo>
                      <a:pt x="233913" y="45055"/>
                    </a:lnTo>
                    <a:cubicBezTo>
                      <a:pt x="293986" y="-15018"/>
                      <a:pt x="391382" y="-15018"/>
                      <a:pt x="451455" y="45055"/>
                    </a:cubicBezTo>
                    <a:close/>
                  </a:path>
                </a:pathLst>
              </a:custGeom>
              <a:solidFill>
                <a:srgbClr val="F4F8FF"/>
              </a:solidFill>
              <a:ln w="57150" cap="rnd">
                <a:solidFill>
                  <a:srgbClr val="F4AD1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TextBox 26">
                <a:extLst>
                  <a:ext uri="{FF2B5EF4-FFF2-40B4-BE49-F238E27FC236}">
                    <a16:creationId xmlns:a16="http://schemas.microsoft.com/office/drawing/2014/main" id="{EDC9F9D9-04FF-AE08-703A-91DE3B12BBA2}"/>
                  </a:ext>
                </a:extLst>
              </p:cNvPr>
              <p:cNvSpPr txBox="1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46"/>
                  </a:lnSpc>
                  <a:spcBef>
                    <a:spcPct val="0"/>
                  </a:spcBef>
                </a:pPr>
                <a:r>
                  <a:rPr lang="en-US" sz="2390" b="1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03</a:t>
                </a:r>
              </a:p>
            </p:txBody>
          </p:sp>
        </p:grpSp>
        <p:sp>
          <p:nvSpPr>
            <p:cNvPr id="27" name="TextBox 61">
              <a:extLst>
                <a:ext uri="{FF2B5EF4-FFF2-40B4-BE49-F238E27FC236}">
                  <a16:creationId xmlns:a16="http://schemas.microsoft.com/office/drawing/2014/main" id="{F109EC40-67BC-4EAA-A6AB-0361889F0E28}"/>
                </a:ext>
              </a:extLst>
            </p:cNvPr>
            <p:cNvSpPr txBox="1"/>
            <p:nvPr/>
          </p:nvSpPr>
          <p:spPr>
            <a:xfrm>
              <a:off x="2558896" y="7670292"/>
              <a:ext cx="2349809" cy="903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36"/>
                </a:lnSpc>
              </a:pP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Enhancing the dataset by deriving additional fields to support meaningful </a:t>
              </a:r>
              <a:b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12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analysis.</a:t>
              </a:r>
            </a:p>
          </p:txBody>
        </p:sp>
        <p:sp>
          <p:nvSpPr>
            <p:cNvPr id="28" name="TextBox 62">
              <a:extLst>
                <a:ext uri="{FF2B5EF4-FFF2-40B4-BE49-F238E27FC236}">
                  <a16:creationId xmlns:a16="http://schemas.microsoft.com/office/drawing/2014/main" id="{B83E5677-165D-320D-355F-FCC938476777}"/>
                </a:ext>
              </a:extLst>
            </p:cNvPr>
            <p:cNvSpPr txBox="1"/>
            <p:nvPr/>
          </p:nvSpPr>
          <p:spPr>
            <a:xfrm>
              <a:off x="2543175" y="7286127"/>
              <a:ext cx="2381250" cy="29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47"/>
                </a:lnSpc>
              </a:pPr>
              <a:r>
                <a:rPr lang="en-US" sz="1911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Parsing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CCE5B3-A442-AD60-152E-878F8C1D390E}"/>
              </a:ext>
            </a:extLst>
          </p:cNvPr>
          <p:cNvGrpSpPr/>
          <p:nvPr/>
        </p:nvGrpSpPr>
        <p:grpSpPr>
          <a:xfrm>
            <a:off x="7953374" y="6305454"/>
            <a:ext cx="2381250" cy="2876646"/>
            <a:chOff x="5305885" y="5821213"/>
            <a:chExt cx="2381250" cy="2876646"/>
          </a:xfrm>
        </p:grpSpPr>
        <p:grpSp>
          <p:nvGrpSpPr>
            <p:cNvPr id="19" name="Group 24">
              <a:extLst>
                <a:ext uri="{FF2B5EF4-FFF2-40B4-BE49-F238E27FC236}">
                  <a16:creationId xmlns:a16="http://schemas.microsoft.com/office/drawing/2014/main" id="{FA06C94C-D118-E85A-F91E-F588E71F6418}"/>
                </a:ext>
              </a:extLst>
            </p:cNvPr>
            <p:cNvGrpSpPr/>
            <p:nvPr/>
          </p:nvGrpSpPr>
          <p:grpSpPr>
            <a:xfrm>
              <a:off x="5791810" y="7257859"/>
              <a:ext cx="1440000" cy="1440000"/>
              <a:chOff x="0" y="0"/>
              <a:chExt cx="812800" cy="812800"/>
            </a:xfrm>
          </p:grpSpPr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D2508C0C-2501-EE5E-43D6-D3C631B8A3F9}"/>
                  </a:ext>
                </a:extLst>
              </p:cNvPr>
              <p:cNvSpPr/>
              <p:nvPr/>
            </p:nvSpPr>
            <p:spPr>
              <a:xfrm>
                <a:off x="63716" y="63716"/>
                <a:ext cx="685367" cy="685367"/>
              </a:xfrm>
              <a:custGeom>
                <a:avLst/>
                <a:gdLst/>
                <a:ahLst/>
                <a:cxnLst/>
                <a:rect l="l" t="t" r="r" b="b"/>
                <a:pathLst>
                  <a:path w="685367" h="685367">
                    <a:moveTo>
                      <a:pt x="451455" y="45055"/>
                    </a:moveTo>
                    <a:lnTo>
                      <a:pt x="640313" y="233913"/>
                    </a:lnTo>
                    <a:cubicBezTo>
                      <a:pt x="700386" y="293986"/>
                      <a:pt x="700386" y="391382"/>
                      <a:pt x="640313" y="451455"/>
                    </a:cubicBezTo>
                    <a:lnTo>
                      <a:pt x="451455" y="640313"/>
                    </a:lnTo>
                    <a:cubicBezTo>
                      <a:pt x="391382" y="700386"/>
                      <a:pt x="293986" y="700386"/>
                      <a:pt x="233913" y="640313"/>
                    </a:cubicBezTo>
                    <a:lnTo>
                      <a:pt x="45055" y="451455"/>
                    </a:lnTo>
                    <a:cubicBezTo>
                      <a:pt x="-15018" y="391382"/>
                      <a:pt x="-15018" y="293986"/>
                      <a:pt x="45055" y="233913"/>
                    </a:cubicBezTo>
                    <a:lnTo>
                      <a:pt x="233913" y="45055"/>
                    </a:lnTo>
                    <a:cubicBezTo>
                      <a:pt x="293986" y="-15018"/>
                      <a:pt x="391382" y="-15018"/>
                      <a:pt x="451455" y="45055"/>
                    </a:cubicBezTo>
                    <a:close/>
                  </a:path>
                </a:pathLst>
              </a:custGeom>
              <a:solidFill>
                <a:srgbClr val="F4F8FF"/>
              </a:solidFill>
              <a:ln w="57150" cap="rnd">
                <a:solidFill>
                  <a:srgbClr val="38AEB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TextBox 26">
                <a:extLst>
                  <a:ext uri="{FF2B5EF4-FFF2-40B4-BE49-F238E27FC236}">
                    <a16:creationId xmlns:a16="http://schemas.microsoft.com/office/drawing/2014/main" id="{68C565F8-5678-B8BB-6888-5A1BAB6D2669}"/>
                  </a:ext>
                </a:extLst>
              </p:cNvPr>
              <p:cNvSpPr txBox="1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46"/>
                  </a:lnSpc>
                  <a:spcBef>
                    <a:spcPct val="0"/>
                  </a:spcBef>
                </a:pPr>
                <a:r>
                  <a:rPr lang="en-US" sz="2390" b="1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</a:p>
            </p:txBody>
          </p:sp>
        </p:grpSp>
        <p:sp>
          <p:nvSpPr>
            <p:cNvPr id="31" name="TextBox 61">
              <a:extLst>
                <a:ext uri="{FF2B5EF4-FFF2-40B4-BE49-F238E27FC236}">
                  <a16:creationId xmlns:a16="http://schemas.microsoft.com/office/drawing/2014/main" id="{7B371EA9-1958-9138-3292-450CF7B5960E}"/>
                </a:ext>
              </a:extLst>
            </p:cNvPr>
            <p:cNvSpPr txBox="1"/>
            <p:nvPr/>
          </p:nvSpPr>
          <p:spPr>
            <a:xfrm>
              <a:off x="5321606" y="6205378"/>
              <a:ext cx="2349809" cy="903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36"/>
                </a:lnSpc>
              </a:pPr>
              <a:r>
                <a:rPr lang="en-US" sz="1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Validating the data accuracy and consistency, to ensure that the data is standardized and logical.</a:t>
              </a:r>
            </a:p>
          </p:txBody>
        </p:sp>
        <p:sp>
          <p:nvSpPr>
            <p:cNvPr id="32" name="TextBox 62">
              <a:extLst>
                <a:ext uri="{FF2B5EF4-FFF2-40B4-BE49-F238E27FC236}">
                  <a16:creationId xmlns:a16="http://schemas.microsoft.com/office/drawing/2014/main" id="{37DC2912-A358-A038-3722-18395E2E8A7E}"/>
                </a:ext>
              </a:extLst>
            </p:cNvPr>
            <p:cNvSpPr txBox="1"/>
            <p:nvPr/>
          </p:nvSpPr>
          <p:spPr>
            <a:xfrm>
              <a:off x="5305885" y="5821213"/>
              <a:ext cx="2381250" cy="29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47"/>
                </a:lnSpc>
              </a:pPr>
              <a:r>
                <a:rPr lang="en-US" sz="1911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Sense Checks</a:t>
              </a:r>
            </a:p>
          </p:txBody>
        </p:sp>
      </p:grpSp>
      <p:sp>
        <p:nvSpPr>
          <p:cNvPr id="34" name="TextBox 62">
            <a:extLst>
              <a:ext uri="{FF2B5EF4-FFF2-40B4-BE49-F238E27FC236}">
                <a16:creationId xmlns:a16="http://schemas.microsoft.com/office/drawing/2014/main" id="{74E84D1F-411B-431F-02E8-29078D1537E8}"/>
              </a:ext>
            </a:extLst>
          </p:cNvPr>
          <p:cNvSpPr txBox="1"/>
          <p:nvPr/>
        </p:nvSpPr>
        <p:spPr>
          <a:xfrm>
            <a:off x="6789237" y="5198577"/>
            <a:ext cx="4740121" cy="325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7"/>
              </a:lnSpc>
            </a:pPr>
            <a:r>
              <a:rPr lang="en-US" sz="3000" b="1">
                <a:solidFill>
                  <a:srgbClr val="233D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Insights to Action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E3471B-7424-1556-11EF-1B3D0E07016C}"/>
              </a:ext>
            </a:extLst>
          </p:cNvPr>
          <p:cNvGrpSpPr/>
          <p:nvPr/>
        </p:nvGrpSpPr>
        <p:grpSpPr>
          <a:xfrm rot="11402583">
            <a:off x="-2284206" y="5875993"/>
            <a:ext cx="4726025" cy="4924417"/>
            <a:chOff x="15011400" y="-495841"/>
            <a:chExt cx="3841146" cy="3977524"/>
          </a:xfrm>
        </p:grpSpPr>
        <p:grpSp>
          <p:nvGrpSpPr>
            <p:cNvPr id="36" name="Group 74">
              <a:extLst>
                <a:ext uri="{FF2B5EF4-FFF2-40B4-BE49-F238E27FC236}">
                  <a16:creationId xmlns:a16="http://schemas.microsoft.com/office/drawing/2014/main" id="{D627E470-77AA-F099-B599-9FA0473BCC39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51" name="Freeform 75">
                <a:extLst>
                  <a:ext uri="{FF2B5EF4-FFF2-40B4-BE49-F238E27FC236}">
                    <a16:creationId xmlns:a16="http://schemas.microsoft.com/office/drawing/2014/main" id="{AF6A018A-2ED9-A22F-AE58-AA11867576C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2" name="TextBox 76">
                <a:extLst>
                  <a:ext uri="{FF2B5EF4-FFF2-40B4-BE49-F238E27FC236}">
                    <a16:creationId xmlns:a16="http://schemas.microsoft.com/office/drawing/2014/main" id="{92F29366-CD06-42F5-E91F-30ED5C6E64B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7" name="TextBox 79">
              <a:extLst>
                <a:ext uri="{FF2B5EF4-FFF2-40B4-BE49-F238E27FC236}">
                  <a16:creationId xmlns:a16="http://schemas.microsoft.com/office/drawing/2014/main" id="{843F5859-F9A2-BA36-063A-F7B856BEC79C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8" name="TextBox 82">
              <a:extLst>
                <a:ext uri="{FF2B5EF4-FFF2-40B4-BE49-F238E27FC236}">
                  <a16:creationId xmlns:a16="http://schemas.microsoft.com/office/drawing/2014/main" id="{A5400ADC-DBF1-7E20-95B4-EBB2A9D6AA61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39" name="Group 83">
              <a:extLst>
                <a:ext uri="{FF2B5EF4-FFF2-40B4-BE49-F238E27FC236}">
                  <a16:creationId xmlns:a16="http://schemas.microsoft.com/office/drawing/2014/main" id="{84D642C5-9AF7-D36D-BD4F-B1CFA5ED8FD1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D8144C75-E8B9-4F86-5030-30AACE4C7473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0" name="TextBox 85">
                <a:extLst>
                  <a:ext uri="{FF2B5EF4-FFF2-40B4-BE49-F238E27FC236}">
                    <a16:creationId xmlns:a16="http://schemas.microsoft.com/office/drawing/2014/main" id="{E564F2C8-A821-F86C-AD6A-100CD763C57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40" name="Group 86">
              <a:extLst>
                <a:ext uri="{FF2B5EF4-FFF2-40B4-BE49-F238E27FC236}">
                  <a16:creationId xmlns:a16="http://schemas.microsoft.com/office/drawing/2014/main" id="{AC03C76B-7C75-75AD-6189-5EDBA64349EB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47" name="Freeform 87">
                <a:extLst>
                  <a:ext uri="{FF2B5EF4-FFF2-40B4-BE49-F238E27FC236}">
                    <a16:creationId xmlns:a16="http://schemas.microsoft.com/office/drawing/2014/main" id="{5CA38D08-D459-A7EB-63E9-9F02DED5209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8" name="TextBox 88">
                <a:extLst>
                  <a:ext uri="{FF2B5EF4-FFF2-40B4-BE49-F238E27FC236}">
                    <a16:creationId xmlns:a16="http://schemas.microsoft.com/office/drawing/2014/main" id="{DD24EF70-0CC4-FBAA-69F9-BE177DD88DB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41" name="TextBox 91">
              <a:extLst>
                <a:ext uri="{FF2B5EF4-FFF2-40B4-BE49-F238E27FC236}">
                  <a16:creationId xmlns:a16="http://schemas.microsoft.com/office/drawing/2014/main" id="{603E7149-6486-651F-C46C-E87AACC1033E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42" name="Group 92">
              <a:extLst>
                <a:ext uri="{FF2B5EF4-FFF2-40B4-BE49-F238E27FC236}">
                  <a16:creationId xmlns:a16="http://schemas.microsoft.com/office/drawing/2014/main" id="{37C0F893-39F4-59FA-BB7B-181FB39EC34E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45" name="Freeform 93">
                <a:extLst>
                  <a:ext uri="{FF2B5EF4-FFF2-40B4-BE49-F238E27FC236}">
                    <a16:creationId xmlns:a16="http://schemas.microsoft.com/office/drawing/2014/main" id="{EDDDBFD1-3B14-E2F5-3869-33C9EF71EA5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TextBox 94">
                <a:extLst>
                  <a:ext uri="{FF2B5EF4-FFF2-40B4-BE49-F238E27FC236}">
                    <a16:creationId xmlns:a16="http://schemas.microsoft.com/office/drawing/2014/main" id="{DB27CB5F-7219-555F-467C-04B6FE12F1F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43" name="TextBox 97">
              <a:extLst>
                <a:ext uri="{FF2B5EF4-FFF2-40B4-BE49-F238E27FC236}">
                  <a16:creationId xmlns:a16="http://schemas.microsoft.com/office/drawing/2014/main" id="{92C13795-439A-AFC5-41D0-7A11DF8118A1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44" name="TextBox 100">
              <a:extLst>
                <a:ext uri="{FF2B5EF4-FFF2-40B4-BE49-F238E27FC236}">
                  <a16:creationId xmlns:a16="http://schemas.microsoft.com/office/drawing/2014/main" id="{F5963F17-A467-8416-5C9A-86CF4F3835A1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8984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2D907-CD8D-8C05-F38B-E10105016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4">
            <a:extLst>
              <a:ext uri="{FF2B5EF4-FFF2-40B4-BE49-F238E27FC236}">
                <a16:creationId xmlns:a16="http://schemas.microsoft.com/office/drawing/2014/main" id="{044990B5-EBA9-1510-42D3-4FFF58F20D87}"/>
              </a:ext>
            </a:extLst>
          </p:cNvPr>
          <p:cNvGrpSpPr/>
          <p:nvPr/>
        </p:nvGrpSpPr>
        <p:grpSpPr>
          <a:xfrm>
            <a:off x="12039600" y="2781300"/>
            <a:ext cx="3048000" cy="5486400"/>
            <a:chOff x="0" y="0"/>
            <a:chExt cx="379877" cy="673399"/>
          </a:xfrm>
        </p:grpSpPr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BE2D4578-8175-8A75-2289-16F94F976495}"/>
                </a:ext>
              </a:extLst>
            </p:cNvPr>
            <p:cNvSpPr/>
            <p:nvPr/>
          </p:nvSpPr>
          <p:spPr>
            <a:xfrm>
              <a:off x="0" y="0"/>
              <a:ext cx="379877" cy="660348"/>
            </a:xfrm>
            <a:custGeom>
              <a:avLst/>
              <a:gdLst/>
              <a:ahLst/>
              <a:cxnLst/>
              <a:rect l="l" t="t" r="r" b="b"/>
              <a:pathLst>
                <a:path w="379877" h="660348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26">
              <a:extLst>
                <a:ext uri="{FF2B5EF4-FFF2-40B4-BE49-F238E27FC236}">
                  <a16:creationId xmlns:a16="http://schemas.microsoft.com/office/drawing/2014/main" id="{9BEB7021-EB3C-72E5-D1E2-1F0F78E042DE}"/>
                </a:ext>
              </a:extLst>
            </p:cNvPr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36" name="TextBox 76">
            <a:extLst>
              <a:ext uri="{FF2B5EF4-FFF2-40B4-BE49-F238E27FC236}">
                <a16:creationId xmlns:a16="http://schemas.microsoft.com/office/drawing/2014/main" id="{009B003C-FC45-2430-6A0F-4CA730D9B27A}"/>
              </a:ext>
            </a:extLst>
          </p:cNvPr>
          <p:cNvSpPr txBox="1"/>
          <p:nvPr/>
        </p:nvSpPr>
        <p:spPr>
          <a:xfrm>
            <a:off x="12888319" y="3587110"/>
            <a:ext cx="1350562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59"/>
              </a:lnSpc>
            </a:pPr>
            <a:r>
              <a:rPr lang="en-US" sz="1400" b="1" spc="24">
                <a:solidFill>
                  <a:srgbClr val="38AE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THIRD STAGE</a:t>
            </a:r>
          </a:p>
        </p:txBody>
      </p:sp>
      <p:sp>
        <p:nvSpPr>
          <p:cNvPr id="37" name="TextBox 78">
            <a:extLst>
              <a:ext uri="{FF2B5EF4-FFF2-40B4-BE49-F238E27FC236}">
                <a16:creationId xmlns:a16="http://schemas.microsoft.com/office/drawing/2014/main" id="{EC92CB66-5997-A952-634A-FA445B62B84D}"/>
              </a:ext>
            </a:extLst>
          </p:cNvPr>
          <p:cNvSpPr txBox="1"/>
          <p:nvPr/>
        </p:nvSpPr>
        <p:spPr>
          <a:xfrm>
            <a:off x="12260201" y="3987604"/>
            <a:ext cx="2606797" cy="47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</a:pP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Substituting Values</a:t>
            </a:r>
          </a:p>
        </p:txBody>
      </p:sp>
      <p:sp>
        <p:nvSpPr>
          <p:cNvPr id="38" name="TextBox 74">
            <a:extLst>
              <a:ext uri="{FF2B5EF4-FFF2-40B4-BE49-F238E27FC236}">
                <a16:creationId xmlns:a16="http://schemas.microsoft.com/office/drawing/2014/main" id="{EE81BF42-2D61-F54E-A941-083C669FF6FB}"/>
              </a:ext>
            </a:extLst>
          </p:cNvPr>
          <p:cNvSpPr txBox="1"/>
          <p:nvPr/>
        </p:nvSpPr>
        <p:spPr>
          <a:xfrm>
            <a:off x="12420600" y="4542173"/>
            <a:ext cx="2286000" cy="2852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1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Replacing missing values with placeholders that maintain the dataset completeness.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Replaced Values: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ctr">
              <a:lnSpc>
                <a:spcPts val="161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..</a:t>
            </a: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ctr">
              <a:lnSpc>
                <a:spcPts val="1615"/>
              </a:lnSpc>
            </a:pPr>
            <a: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b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ctr">
              <a:lnSpc>
                <a:spcPts val="161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BLANK</a:t>
            </a:r>
          </a:p>
          <a:p>
            <a:pPr marL="171450" lvl="0" indent="-171450" algn="ctr">
              <a:lnSpc>
                <a:spcPts val="1615"/>
              </a:lnSpc>
              <a:buFont typeface="Arial" panose="020B0604020202020204" pitchFamily="34" charset="0"/>
              <a:buChar char="•"/>
            </a:pPr>
            <a:endParaRPr lang="en-US" sz="98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roup 24">
            <a:extLst>
              <a:ext uri="{FF2B5EF4-FFF2-40B4-BE49-F238E27FC236}">
                <a16:creationId xmlns:a16="http://schemas.microsoft.com/office/drawing/2014/main" id="{881FF6D9-01C5-6939-1890-27052CE4B83D}"/>
              </a:ext>
            </a:extLst>
          </p:cNvPr>
          <p:cNvGrpSpPr/>
          <p:nvPr/>
        </p:nvGrpSpPr>
        <p:grpSpPr>
          <a:xfrm>
            <a:off x="7620000" y="2781300"/>
            <a:ext cx="3048000" cy="5486400"/>
            <a:chOff x="0" y="0"/>
            <a:chExt cx="379877" cy="67339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E5C5718-A55F-F746-FCC4-C2C6BCC1D036}"/>
                </a:ext>
              </a:extLst>
            </p:cNvPr>
            <p:cNvSpPr/>
            <p:nvPr/>
          </p:nvSpPr>
          <p:spPr>
            <a:xfrm>
              <a:off x="0" y="0"/>
              <a:ext cx="379877" cy="660348"/>
            </a:xfrm>
            <a:custGeom>
              <a:avLst/>
              <a:gdLst/>
              <a:ahLst/>
              <a:cxnLst/>
              <a:rect l="l" t="t" r="r" b="b"/>
              <a:pathLst>
                <a:path w="379877" h="660348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9CC6DAB-ACF0-A9C4-AB87-E4A449060474}"/>
                </a:ext>
              </a:extLst>
            </p:cNvPr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27" name="TextBox 76">
            <a:extLst>
              <a:ext uri="{FF2B5EF4-FFF2-40B4-BE49-F238E27FC236}">
                <a16:creationId xmlns:a16="http://schemas.microsoft.com/office/drawing/2014/main" id="{036C0AA6-6B62-2808-7F0F-999228B60B98}"/>
              </a:ext>
            </a:extLst>
          </p:cNvPr>
          <p:cNvSpPr txBox="1"/>
          <p:nvPr/>
        </p:nvSpPr>
        <p:spPr>
          <a:xfrm>
            <a:off x="8387259" y="3587110"/>
            <a:ext cx="1513481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59"/>
              </a:lnSpc>
            </a:pPr>
            <a:r>
              <a:rPr lang="en-US" sz="1400" b="1" spc="24">
                <a:solidFill>
                  <a:srgbClr val="38AE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SECOND STAGE</a:t>
            </a:r>
          </a:p>
        </p:txBody>
      </p:sp>
      <p:sp>
        <p:nvSpPr>
          <p:cNvPr id="28" name="TextBox 78">
            <a:extLst>
              <a:ext uri="{FF2B5EF4-FFF2-40B4-BE49-F238E27FC236}">
                <a16:creationId xmlns:a16="http://schemas.microsoft.com/office/drawing/2014/main" id="{0BDDC781-3298-A78E-32DB-137CBC31652C}"/>
              </a:ext>
            </a:extLst>
          </p:cNvPr>
          <p:cNvSpPr txBox="1"/>
          <p:nvPr/>
        </p:nvSpPr>
        <p:spPr>
          <a:xfrm>
            <a:off x="7840601" y="3987604"/>
            <a:ext cx="2606797" cy="242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</a:pP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Deduplication</a:t>
            </a:r>
          </a:p>
        </p:txBody>
      </p:sp>
      <p:sp>
        <p:nvSpPr>
          <p:cNvPr id="29" name="TextBox 74">
            <a:extLst>
              <a:ext uri="{FF2B5EF4-FFF2-40B4-BE49-F238E27FC236}">
                <a16:creationId xmlns:a16="http://schemas.microsoft.com/office/drawing/2014/main" id="{9F4C49C2-764A-EE6C-AFD7-54D9C9AAA74F}"/>
              </a:ext>
            </a:extLst>
          </p:cNvPr>
          <p:cNvSpPr txBox="1"/>
          <p:nvPr/>
        </p:nvSpPr>
        <p:spPr>
          <a:xfrm>
            <a:off x="8001000" y="4542173"/>
            <a:ext cx="2286000" cy="2442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15"/>
              </a:lnSpc>
            </a:pP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Removal of repeating records to ensure that the observed values are unique and not overrepresented.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Duplicates Found:</a:t>
            </a:r>
            <a:br>
              <a:rPr lang="en-US" sz="16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US" sz="1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>
              <a:solidFill>
                <a:srgbClr val="E4667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ctr">
              <a:lnSpc>
                <a:spcPts val="1615"/>
              </a:lnSpc>
            </a:pPr>
            <a:r>
              <a:rPr lang="en-US" sz="2600" b="1">
                <a:solidFill>
                  <a:srgbClr val="38AEB6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  <a:p>
            <a:pPr lvl="0" algn="ctr">
              <a:lnSpc>
                <a:spcPts val="1615"/>
              </a:lnSpc>
            </a:pPr>
            <a:endParaRPr lang="en-US"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>
              <a:lnSpc>
                <a:spcPts val="1615"/>
              </a:lnSpc>
              <a:buFont typeface="Arial" panose="020B0604020202020204" pitchFamily="34" charset="0"/>
              <a:buChar char="•"/>
            </a:pPr>
            <a:endParaRPr lang="en-US" sz="985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56">
            <a:extLst>
              <a:ext uri="{FF2B5EF4-FFF2-40B4-BE49-F238E27FC236}">
                <a16:creationId xmlns:a16="http://schemas.microsoft.com/office/drawing/2014/main" id="{1A46D534-6A41-820D-3FE4-7710BBD5F5F5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Eliminating Noise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53ECEB77-A23B-7F19-E648-56AAF373EC3A}"/>
              </a:ext>
            </a:extLst>
          </p:cNvPr>
          <p:cNvGrpSpPr/>
          <p:nvPr/>
        </p:nvGrpSpPr>
        <p:grpSpPr>
          <a:xfrm rot="5400000">
            <a:off x="-5181601" y="3771900"/>
            <a:ext cx="12496800" cy="2743200"/>
            <a:chOff x="0" y="0"/>
            <a:chExt cx="361780" cy="107864"/>
          </a:xfrm>
        </p:grpSpPr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B7247CC7-E951-66E0-D17E-DD6A5FA29350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9012B578-4EE4-9AF9-0A91-171F43C45FD1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2" name="Group 24">
            <a:extLst>
              <a:ext uri="{FF2B5EF4-FFF2-40B4-BE49-F238E27FC236}">
                <a16:creationId xmlns:a16="http://schemas.microsoft.com/office/drawing/2014/main" id="{B4CC6E0F-8C66-FC52-BA4F-6347B7C6DF4B}"/>
              </a:ext>
            </a:extLst>
          </p:cNvPr>
          <p:cNvGrpSpPr/>
          <p:nvPr/>
        </p:nvGrpSpPr>
        <p:grpSpPr>
          <a:xfrm>
            <a:off x="3200400" y="2781300"/>
            <a:ext cx="3048000" cy="5486400"/>
            <a:chOff x="0" y="0"/>
            <a:chExt cx="379877" cy="673399"/>
          </a:xfrm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68AB699B-5DA3-3761-B16B-E555891DA8BC}"/>
                </a:ext>
              </a:extLst>
            </p:cNvPr>
            <p:cNvSpPr/>
            <p:nvPr/>
          </p:nvSpPr>
          <p:spPr>
            <a:xfrm>
              <a:off x="0" y="0"/>
              <a:ext cx="379877" cy="660348"/>
            </a:xfrm>
            <a:custGeom>
              <a:avLst/>
              <a:gdLst/>
              <a:ahLst/>
              <a:cxnLst/>
              <a:rect l="l" t="t" r="r" b="b"/>
              <a:pathLst>
                <a:path w="379877" h="660348">
                  <a:moveTo>
                    <a:pt x="379877" y="47001"/>
                  </a:moveTo>
                  <a:lnTo>
                    <a:pt x="379877" y="512099"/>
                  </a:lnTo>
                  <a:cubicBezTo>
                    <a:pt x="379877" y="541264"/>
                    <a:pt x="364595" y="568296"/>
                    <a:pt x="339606" y="583333"/>
                  </a:cubicBezTo>
                  <a:lnTo>
                    <a:pt x="230210" y="649165"/>
                  </a:lnTo>
                  <a:cubicBezTo>
                    <a:pt x="205432" y="664076"/>
                    <a:pt x="174445" y="664076"/>
                    <a:pt x="149668" y="649165"/>
                  </a:cubicBezTo>
                  <a:lnTo>
                    <a:pt x="40271" y="583333"/>
                  </a:lnTo>
                  <a:cubicBezTo>
                    <a:pt x="15282" y="568296"/>
                    <a:pt x="0" y="541264"/>
                    <a:pt x="0" y="512099"/>
                  </a:cubicBezTo>
                  <a:lnTo>
                    <a:pt x="0" y="47001"/>
                  </a:lnTo>
                  <a:cubicBezTo>
                    <a:pt x="0" y="21043"/>
                    <a:pt x="21043" y="0"/>
                    <a:pt x="47001" y="0"/>
                  </a:cubicBezTo>
                  <a:lnTo>
                    <a:pt x="332877" y="0"/>
                  </a:lnTo>
                  <a:cubicBezTo>
                    <a:pt x="358834" y="0"/>
                    <a:pt x="379877" y="21043"/>
                    <a:pt x="379877" y="47001"/>
                  </a:cubicBezTo>
                  <a:close/>
                </a:path>
              </a:pathLst>
            </a:custGeom>
            <a:solidFill>
              <a:srgbClr val="E4E8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26">
              <a:extLst>
                <a:ext uri="{FF2B5EF4-FFF2-40B4-BE49-F238E27FC236}">
                  <a16:creationId xmlns:a16="http://schemas.microsoft.com/office/drawing/2014/main" id="{FD059D84-98FD-B755-672C-F7D892DBB562}"/>
                </a:ext>
              </a:extLst>
            </p:cNvPr>
            <p:cNvSpPr txBox="1"/>
            <p:nvPr/>
          </p:nvSpPr>
          <p:spPr>
            <a:xfrm>
              <a:off x="0" y="-28575"/>
              <a:ext cx="379877" cy="587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15" name="TextBox 76">
            <a:extLst>
              <a:ext uri="{FF2B5EF4-FFF2-40B4-BE49-F238E27FC236}">
                <a16:creationId xmlns:a16="http://schemas.microsoft.com/office/drawing/2014/main" id="{BC386C83-36D4-DA37-E8EF-EA601FD6DD06}"/>
              </a:ext>
            </a:extLst>
          </p:cNvPr>
          <p:cNvSpPr txBox="1"/>
          <p:nvPr/>
        </p:nvSpPr>
        <p:spPr>
          <a:xfrm>
            <a:off x="4049119" y="3587110"/>
            <a:ext cx="1350562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59"/>
              </a:lnSpc>
            </a:pPr>
            <a:r>
              <a:rPr lang="en-US" sz="1400" b="1" spc="24">
                <a:solidFill>
                  <a:srgbClr val="38AE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FIRST STAGE</a:t>
            </a:r>
          </a:p>
        </p:txBody>
      </p:sp>
      <p:sp>
        <p:nvSpPr>
          <p:cNvPr id="16" name="TextBox 78">
            <a:extLst>
              <a:ext uri="{FF2B5EF4-FFF2-40B4-BE49-F238E27FC236}">
                <a16:creationId xmlns:a16="http://schemas.microsoft.com/office/drawing/2014/main" id="{0F9E3167-4739-8FCB-4C96-4EF4A9CB6B19}"/>
              </a:ext>
            </a:extLst>
          </p:cNvPr>
          <p:cNvSpPr txBox="1"/>
          <p:nvPr/>
        </p:nvSpPr>
        <p:spPr>
          <a:xfrm>
            <a:off x="3421001" y="3987604"/>
            <a:ext cx="2606797" cy="242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</a:pP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Field Reduction</a:t>
            </a:r>
          </a:p>
        </p:txBody>
      </p:sp>
      <p:sp>
        <p:nvSpPr>
          <p:cNvPr id="17" name="TextBox 74">
            <a:extLst>
              <a:ext uri="{FF2B5EF4-FFF2-40B4-BE49-F238E27FC236}">
                <a16:creationId xmlns:a16="http://schemas.microsoft.com/office/drawing/2014/main" id="{F53238D6-42E1-96F3-7691-D8AC60DE4D7A}"/>
              </a:ext>
            </a:extLst>
          </p:cNvPr>
          <p:cNvSpPr txBox="1"/>
          <p:nvPr/>
        </p:nvSpPr>
        <p:spPr>
          <a:xfrm>
            <a:off x="3581400" y="4542173"/>
            <a:ext cx="2286000" cy="2442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15"/>
              </a:lnSpc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exclusion of </a:t>
            </a:r>
            <a:b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non-essential columns for improved clarity and focus on the analysis.</a:t>
            </a:r>
            <a:b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These include:</a:t>
            </a:r>
            <a:b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 Code</a:t>
            </a:r>
          </a:p>
          <a:p>
            <a:pPr marL="171450" lvl="0" indent="-171450" algn="ctr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Country Code</a:t>
            </a:r>
          </a:p>
          <a:p>
            <a:pPr lvl="0" algn="ctr">
              <a:lnSpc>
                <a:spcPts val="1615"/>
              </a:lnSpc>
            </a:pPr>
            <a:endParaRPr lang="en-US" sz="16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1450" lvl="0" indent="-171450" algn="ctr">
              <a:lnSpc>
                <a:spcPts val="1615"/>
              </a:lnSpc>
              <a:buFont typeface="Arial" panose="020B0604020202020204" pitchFamily="34" charset="0"/>
              <a:buChar char="•"/>
            </a:pPr>
            <a:endParaRPr lang="en-US" sz="98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1FD427-392F-436D-A004-38B5F10CC4E7}"/>
              </a:ext>
            </a:extLst>
          </p:cNvPr>
          <p:cNvGrpSpPr/>
          <p:nvPr/>
        </p:nvGrpSpPr>
        <p:grpSpPr>
          <a:xfrm rot="2770971">
            <a:off x="16132339" y="5890038"/>
            <a:ext cx="4726025" cy="4924417"/>
            <a:chOff x="15011400" y="-495841"/>
            <a:chExt cx="3841146" cy="3977524"/>
          </a:xfrm>
        </p:grpSpPr>
        <p:grpSp>
          <p:nvGrpSpPr>
            <p:cNvPr id="43" name="Group 74">
              <a:extLst>
                <a:ext uri="{FF2B5EF4-FFF2-40B4-BE49-F238E27FC236}">
                  <a16:creationId xmlns:a16="http://schemas.microsoft.com/office/drawing/2014/main" id="{626141AD-C569-BAD9-D062-83ED3F6E3D80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59" name="Freeform 75">
                <a:extLst>
                  <a:ext uri="{FF2B5EF4-FFF2-40B4-BE49-F238E27FC236}">
                    <a16:creationId xmlns:a16="http://schemas.microsoft.com/office/drawing/2014/main" id="{BF8F9E18-34F6-2D7E-7C64-4C39CCE9E30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TextBox 76">
                <a:extLst>
                  <a:ext uri="{FF2B5EF4-FFF2-40B4-BE49-F238E27FC236}">
                    <a16:creationId xmlns:a16="http://schemas.microsoft.com/office/drawing/2014/main" id="{54DA9D93-F18D-CD34-9551-73E400A6B58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4" name="TextBox 79">
              <a:extLst>
                <a:ext uri="{FF2B5EF4-FFF2-40B4-BE49-F238E27FC236}">
                  <a16:creationId xmlns:a16="http://schemas.microsoft.com/office/drawing/2014/main" id="{396ADF22-A068-9F17-C358-7C19C6BFA148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45" name="TextBox 82">
              <a:extLst>
                <a:ext uri="{FF2B5EF4-FFF2-40B4-BE49-F238E27FC236}">
                  <a16:creationId xmlns:a16="http://schemas.microsoft.com/office/drawing/2014/main" id="{1EC48404-31D6-3F57-38A3-F7EB554A70CC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46" name="Group 83">
              <a:extLst>
                <a:ext uri="{FF2B5EF4-FFF2-40B4-BE49-F238E27FC236}">
                  <a16:creationId xmlns:a16="http://schemas.microsoft.com/office/drawing/2014/main" id="{FCB6F0B6-407D-D04D-C353-73734AA666C6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73662ADD-DBE3-2391-4B7B-E2C90F53BEB4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TextBox 85">
                <a:extLst>
                  <a:ext uri="{FF2B5EF4-FFF2-40B4-BE49-F238E27FC236}">
                    <a16:creationId xmlns:a16="http://schemas.microsoft.com/office/drawing/2014/main" id="{124939A7-9E13-3157-C1A1-47785B70C7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47" name="Group 86">
              <a:extLst>
                <a:ext uri="{FF2B5EF4-FFF2-40B4-BE49-F238E27FC236}">
                  <a16:creationId xmlns:a16="http://schemas.microsoft.com/office/drawing/2014/main" id="{D0292017-7768-9958-937E-868E6970119F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54" name="Freeform 87">
                <a:extLst>
                  <a:ext uri="{FF2B5EF4-FFF2-40B4-BE49-F238E27FC236}">
                    <a16:creationId xmlns:a16="http://schemas.microsoft.com/office/drawing/2014/main" id="{521AB66F-5603-0E6E-4DC9-9F0963BFA19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5" name="TextBox 88">
                <a:extLst>
                  <a:ext uri="{FF2B5EF4-FFF2-40B4-BE49-F238E27FC236}">
                    <a16:creationId xmlns:a16="http://schemas.microsoft.com/office/drawing/2014/main" id="{C031EB9B-038A-76CA-0AAD-58F50CE5016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48" name="TextBox 91">
              <a:extLst>
                <a:ext uri="{FF2B5EF4-FFF2-40B4-BE49-F238E27FC236}">
                  <a16:creationId xmlns:a16="http://schemas.microsoft.com/office/drawing/2014/main" id="{87A5C8A9-CB17-32AE-3879-55D03D88D4A2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49" name="Group 92">
              <a:extLst>
                <a:ext uri="{FF2B5EF4-FFF2-40B4-BE49-F238E27FC236}">
                  <a16:creationId xmlns:a16="http://schemas.microsoft.com/office/drawing/2014/main" id="{C0C9F8D1-8FFF-65E9-0689-5F4C43260150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52" name="Freeform 93">
                <a:extLst>
                  <a:ext uri="{FF2B5EF4-FFF2-40B4-BE49-F238E27FC236}">
                    <a16:creationId xmlns:a16="http://schemas.microsoft.com/office/drawing/2014/main" id="{464AAC87-F078-93A2-D86C-16096101DE8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3" name="TextBox 94">
                <a:extLst>
                  <a:ext uri="{FF2B5EF4-FFF2-40B4-BE49-F238E27FC236}">
                    <a16:creationId xmlns:a16="http://schemas.microsoft.com/office/drawing/2014/main" id="{F682AA9E-E72C-F2D5-423A-4480B7E0358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50" name="TextBox 97">
              <a:extLst>
                <a:ext uri="{FF2B5EF4-FFF2-40B4-BE49-F238E27FC236}">
                  <a16:creationId xmlns:a16="http://schemas.microsoft.com/office/drawing/2014/main" id="{5C58F58E-FF23-3132-4C8F-FF987B672DB9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51" name="TextBox 100">
              <a:extLst>
                <a:ext uri="{FF2B5EF4-FFF2-40B4-BE49-F238E27FC236}">
                  <a16:creationId xmlns:a16="http://schemas.microsoft.com/office/drawing/2014/main" id="{FD546249-A801-B8DF-BAF5-6DE345CDAD74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8281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8A138-9589-9CB5-CF7C-2C19BEB4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CA0C46CE-8623-DE2B-AABD-0B1B9589F3CA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rot="10800000">
            <a:off x="11722682" y="4014306"/>
            <a:ext cx="1778092" cy="3560242"/>
          </a:xfrm>
          <a:prstGeom prst="curvedConnector3">
            <a:avLst>
              <a:gd name="adj1" fmla="val 50000"/>
            </a:avLst>
          </a:prstGeom>
          <a:ln w="57150" cap="rnd">
            <a:solidFill>
              <a:srgbClr val="8D9193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9">
            <a:extLst>
              <a:ext uri="{FF2B5EF4-FFF2-40B4-BE49-F238E27FC236}">
                <a16:creationId xmlns:a16="http://schemas.microsoft.com/office/drawing/2014/main" id="{88B9D265-A43F-67B6-0CA0-04246A06B845}"/>
              </a:ext>
            </a:extLst>
          </p:cNvPr>
          <p:cNvGrpSpPr/>
          <p:nvPr/>
        </p:nvGrpSpPr>
        <p:grpSpPr>
          <a:xfrm>
            <a:off x="13428329" y="6862217"/>
            <a:ext cx="1805513" cy="1551613"/>
            <a:chOff x="0" y="0"/>
            <a:chExt cx="812800" cy="698500"/>
          </a:xfrm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E93CD145-2EE6-66B7-6DEE-2992887822CA}"/>
                </a:ext>
              </a:extLst>
            </p:cNvPr>
            <p:cNvSpPr/>
            <p:nvPr/>
          </p:nvSpPr>
          <p:spPr>
            <a:xfrm>
              <a:off x="15036" y="0"/>
              <a:ext cx="782727" cy="698500"/>
            </a:xfrm>
            <a:custGeom>
              <a:avLst/>
              <a:gdLst/>
              <a:ahLst/>
              <a:cxnLst/>
              <a:rect l="l" t="t" r="r" b="b"/>
              <a:pathLst>
                <a:path w="782727" h="698500">
                  <a:moveTo>
                    <a:pt x="769731" y="397431"/>
                  </a:moveTo>
                  <a:lnTo>
                    <a:pt x="622597" y="650318"/>
                  </a:lnTo>
                  <a:cubicBezTo>
                    <a:pt x="605241" y="680149"/>
                    <a:pt x="573333" y="698500"/>
                    <a:pt x="538821" y="698500"/>
                  </a:cubicBezTo>
                  <a:lnTo>
                    <a:pt x="243907" y="698500"/>
                  </a:lnTo>
                  <a:cubicBezTo>
                    <a:pt x="209395" y="698500"/>
                    <a:pt x="177487" y="680149"/>
                    <a:pt x="160131" y="650318"/>
                  </a:cubicBezTo>
                  <a:lnTo>
                    <a:pt x="12997" y="397431"/>
                  </a:lnTo>
                  <a:cubicBezTo>
                    <a:pt x="-4332" y="367648"/>
                    <a:pt x="-4332" y="330852"/>
                    <a:pt x="12997" y="301069"/>
                  </a:cubicBezTo>
                  <a:lnTo>
                    <a:pt x="160131" y="48181"/>
                  </a:lnTo>
                  <a:cubicBezTo>
                    <a:pt x="177487" y="18351"/>
                    <a:pt x="209395" y="0"/>
                    <a:pt x="243907" y="0"/>
                  </a:cubicBezTo>
                  <a:lnTo>
                    <a:pt x="538821" y="0"/>
                  </a:lnTo>
                  <a:cubicBezTo>
                    <a:pt x="573333" y="0"/>
                    <a:pt x="605241" y="18351"/>
                    <a:pt x="622597" y="48181"/>
                  </a:cubicBezTo>
                  <a:lnTo>
                    <a:pt x="769731" y="301069"/>
                  </a:lnTo>
                  <a:cubicBezTo>
                    <a:pt x="787060" y="330852"/>
                    <a:pt x="787060" y="367648"/>
                    <a:pt x="769731" y="397431"/>
                  </a:cubicBezTo>
                  <a:close/>
                </a:path>
              </a:pathLst>
            </a:custGeom>
            <a:solidFill>
              <a:srgbClr val="C4E5F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9C1A7822-EF15-0089-CDC6-F890FD5120FF}"/>
                </a:ext>
              </a:extLst>
            </p:cNvPr>
            <p:cNvSpPr txBox="1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E18BB18A-D47A-C841-A46A-11C1FE9A4176}"/>
              </a:ext>
            </a:extLst>
          </p:cNvPr>
          <p:cNvCxnSpPr>
            <a:cxnSpLocks/>
            <a:stCxn id="47" idx="1"/>
            <a:endCxn id="45" idx="3"/>
          </p:cNvCxnSpPr>
          <p:nvPr/>
        </p:nvCxnSpPr>
        <p:spPr>
          <a:xfrm rot="10800000">
            <a:off x="4828988" y="4014306"/>
            <a:ext cx="1778092" cy="3560242"/>
          </a:xfrm>
          <a:prstGeom prst="curvedConnector3">
            <a:avLst>
              <a:gd name="adj1" fmla="val 50000"/>
            </a:avLst>
          </a:prstGeom>
          <a:ln w="57150" cap="rnd">
            <a:solidFill>
              <a:srgbClr val="8D9193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1D451F4-9124-5056-ED0F-85E0327120EC}"/>
              </a:ext>
            </a:extLst>
          </p:cNvPr>
          <p:cNvSpPr/>
          <p:nvPr/>
        </p:nvSpPr>
        <p:spPr>
          <a:xfrm>
            <a:off x="4461362" y="3831157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94260E-241B-2C3D-CB8D-B978D4999008}"/>
              </a:ext>
            </a:extLst>
          </p:cNvPr>
          <p:cNvSpPr/>
          <p:nvPr/>
        </p:nvSpPr>
        <p:spPr>
          <a:xfrm>
            <a:off x="6607080" y="7391399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87A32D-772E-040A-871B-7536762B6194}"/>
              </a:ext>
            </a:extLst>
          </p:cNvPr>
          <p:cNvSpPr/>
          <p:nvPr/>
        </p:nvSpPr>
        <p:spPr>
          <a:xfrm>
            <a:off x="11355056" y="3831157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B65002A-B229-19EB-8415-032802BE7E53}"/>
              </a:ext>
            </a:extLst>
          </p:cNvPr>
          <p:cNvSpPr/>
          <p:nvPr/>
        </p:nvSpPr>
        <p:spPr>
          <a:xfrm>
            <a:off x="13500774" y="7391399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0729978C-D836-19BB-2308-10DC269D8D61}"/>
              </a:ext>
            </a:extLst>
          </p:cNvPr>
          <p:cNvCxnSpPr>
            <a:cxnSpLocks/>
            <a:stCxn id="63" idx="1"/>
            <a:endCxn id="62" idx="3"/>
          </p:cNvCxnSpPr>
          <p:nvPr/>
        </p:nvCxnSpPr>
        <p:spPr>
          <a:xfrm rot="10800000" flipV="1">
            <a:off x="8244934" y="4014306"/>
            <a:ext cx="1776355" cy="3560242"/>
          </a:xfrm>
          <a:prstGeom prst="curvedConnector3">
            <a:avLst>
              <a:gd name="adj1" fmla="val 50000"/>
            </a:avLst>
          </a:prstGeom>
          <a:ln w="57150" cap="rnd">
            <a:solidFill>
              <a:srgbClr val="8D9193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6C8F0FBA-87BF-FB76-24CF-9AF2362EDDCC}"/>
              </a:ext>
            </a:extLst>
          </p:cNvPr>
          <p:cNvSpPr/>
          <p:nvPr/>
        </p:nvSpPr>
        <p:spPr>
          <a:xfrm>
            <a:off x="7877307" y="7391399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0005051-99B1-04E8-4989-5606170E17DE}"/>
              </a:ext>
            </a:extLst>
          </p:cNvPr>
          <p:cNvSpPr/>
          <p:nvPr/>
        </p:nvSpPr>
        <p:spPr>
          <a:xfrm>
            <a:off x="10021288" y="3831157"/>
            <a:ext cx="367626" cy="3662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56">
            <a:extLst>
              <a:ext uri="{FF2B5EF4-FFF2-40B4-BE49-F238E27FC236}">
                <a16:creationId xmlns:a16="http://schemas.microsoft.com/office/drawing/2014/main" id="{0DC5B895-60EA-090B-B698-4E05232B51D6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Ensuring Data Integrity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E907B8-149F-DB75-C70A-B9F42768BFBF}"/>
              </a:ext>
            </a:extLst>
          </p:cNvPr>
          <p:cNvGrpSpPr/>
          <p:nvPr/>
        </p:nvGrpSpPr>
        <p:grpSpPr>
          <a:xfrm rot="5400000">
            <a:off x="-5179603" y="3764412"/>
            <a:ext cx="12496801" cy="2758180"/>
            <a:chOff x="0" y="0"/>
            <a:chExt cx="361780" cy="107864"/>
          </a:xfrm>
        </p:grpSpPr>
        <p:sp>
          <p:nvSpPr>
            <p:cNvPr id="7" name="Freeform 39">
              <a:extLst>
                <a:ext uri="{FF2B5EF4-FFF2-40B4-BE49-F238E27FC236}">
                  <a16:creationId xmlns:a16="http://schemas.microsoft.com/office/drawing/2014/main" id="{782BE92A-B921-2070-AB57-6FC3FF7F0EA9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B2A5A8-85E4-5475-0917-8B49040549CF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FB1CC40-1377-03E7-B902-3D39904EF2ED}"/>
              </a:ext>
            </a:extLst>
          </p:cNvPr>
          <p:cNvGrpSpPr/>
          <p:nvPr/>
        </p:nvGrpSpPr>
        <p:grpSpPr>
          <a:xfrm rot="2770971">
            <a:off x="16132339" y="5890038"/>
            <a:ext cx="4726025" cy="4924417"/>
            <a:chOff x="15011400" y="-495841"/>
            <a:chExt cx="3841146" cy="3977524"/>
          </a:xfrm>
        </p:grpSpPr>
        <p:grpSp>
          <p:nvGrpSpPr>
            <p:cNvPr id="10" name="Group 74">
              <a:extLst>
                <a:ext uri="{FF2B5EF4-FFF2-40B4-BE49-F238E27FC236}">
                  <a16:creationId xmlns:a16="http://schemas.microsoft.com/office/drawing/2014/main" id="{F1B1531F-214C-3194-28AE-0A62E1AFF0C4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25" name="Freeform 75">
                <a:extLst>
                  <a:ext uri="{FF2B5EF4-FFF2-40B4-BE49-F238E27FC236}">
                    <a16:creationId xmlns:a16="http://schemas.microsoft.com/office/drawing/2014/main" id="{5BEB72FF-1835-C22F-0AFA-88E38C4931D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76">
                <a:extLst>
                  <a:ext uri="{FF2B5EF4-FFF2-40B4-BE49-F238E27FC236}">
                    <a16:creationId xmlns:a16="http://schemas.microsoft.com/office/drawing/2014/main" id="{96685F5D-4A1E-329D-0FF4-EA45233F490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79">
              <a:extLst>
                <a:ext uri="{FF2B5EF4-FFF2-40B4-BE49-F238E27FC236}">
                  <a16:creationId xmlns:a16="http://schemas.microsoft.com/office/drawing/2014/main" id="{C310E012-D542-63F9-20FB-11FC5DEF2CF9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" name="TextBox 82">
              <a:extLst>
                <a:ext uri="{FF2B5EF4-FFF2-40B4-BE49-F238E27FC236}">
                  <a16:creationId xmlns:a16="http://schemas.microsoft.com/office/drawing/2014/main" id="{4191B798-1021-D257-BA35-480F2F13182A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3" name="Group 83">
              <a:extLst>
                <a:ext uri="{FF2B5EF4-FFF2-40B4-BE49-F238E27FC236}">
                  <a16:creationId xmlns:a16="http://schemas.microsoft.com/office/drawing/2014/main" id="{3FDB49E7-E75C-FB36-5696-1A47F59DE726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23" name="Freeform 84">
                <a:extLst>
                  <a:ext uri="{FF2B5EF4-FFF2-40B4-BE49-F238E27FC236}">
                    <a16:creationId xmlns:a16="http://schemas.microsoft.com/office/drawing/2014/main" id="{1FE6CACB-434F-7543-04B2-0FBC848CC106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Box 85">
                <a:extLst>
                  <a:ext uri="{FF2B5EF4-FFF2-40B4-BE49-F238E27FC236}">
                    <a16:creationId xmlns:a16="http://schemas.microsoft.com/office/drawing/2014/main" id="{4C92219B-DA20-AAD2-970B-38149B79C90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4" name="Group 86">
              <a:extLst>
                <a:ext uri="{FF2B5EF4-FFF2-40B4-BE49-F238E27FC236}">
                  <a16:creationId xmlns:a16="http://schemas.microsoft.com/office/drawing/2014/main" id="{BE92CD97-22B9-DEF7-AE42-297186554319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21" name="Freeform 87">
                <a:extLst>
                  <a:ext uri="{FF2B5EF4-FFF2-40B4-BE49-F238E27FC236}">
                    <a16:creationId xmlns:a16="http://schemas.microsoft.com/office/drawing/2014/main" id="{72983E8D-B3DE-D5E7-088F-C5F87FFE325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88">
                <a:extLst>
                  <a:ext uri="{FF2B5EF4-FFF2-40B4-BE49-F238E27FC236}">
                    <a16:creationId xmlns:a16="http://schemas.microsoft.com/office/drawing/2014/main" id="{1FF99DA3-F314-B01F-53BD-D4EF6597E9F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5" name="TextBox 91">
              <a:extLst>
                <a:ext uri="{FF2B5EF4-FFF2-40B4-BE49-F238E27FC236}">
                  <a16:creationId xmlns:a16="http://schemas.microsoft.com/office/drawing/2014/main" id="{4CFEDE62-13FE-2CB8-5F46-A7C794FA4050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6" name="Group 92">
              <a:extLst>
                <a:ext uri="{FF2B5EF4-FFF2-40B4-BE49-F238E27FC236}">
                  <a16:creationId xmlns:a16="http://schemas.microsoft.com/office/drawing/2014/main" id="{F2185E26-C606-CBA4-7F70-49FA7EC94491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9" name="Freeform 93">
                <a:extLst>
                  <a:ext uri="{FF2B5EF4-FFF2-40B4-BE49-F238E27FC236}">
                    <a16:creationId xmlns:a16="http://schemas.microsoft.com/office/drawing/2014/main" id="{3AF01B12-091B-216D-8E0D-73A2B12A856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94">
                <a:extLst>
                  <a:ext uri="{FF2B5EF4-FFF2-40B4-BE49-F238E27FC236}">
                    <a16:creationId xmlns:a16="http://schemas.microsoft.com/office/drawing/2014/main" id="{C6833BD4-14C8-B9F8-CA98-D103EBBCDB7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7" name="TextBox 97">
              <a:extLst>
                <a:ext uri="{FF2B5EF4-FFF2-40B4-BE49-F238E27FC236}">
                  <a16:creationId xmlns:a16="http://schemas.microsoft.com/office/drawing/2014/main" id="{38445D6F-91F2-4E2A-48BD-E9F161D6B31F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8" name="TextBox 100">
              <a:extLst>
                <a:ext uri="{FF2B5EF4-FFF2-40B4-BE49-F238E27FC236}">
                  <a16:creationId xmlns:a16="http://schemas.microsoft.com/office/drawing/2014/main" id="{E8E09FC0-759F-21E8-1023-983E4C2E297E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0" name="Group 9">
            <a:extLst>
              <a:ext uri="{FF2B5EF4-FFF2-40B4-BE49-F238E27FC236}">
                <a16:creationId xmlns:a16="http://schemas.microsoft.com/office/drawing/2014/main" id="{7F33B0FF-4CD7-EA99-A080-3EA343B0282F}"/>
              </a:ext>
            </a:extLst>
          </p:cNvPr>
          <p:cNvGrpSpPr/>
          <p:nvPr/>
        </p:nvGrpSpPr>
        <p:grpSpPr>
          <a:xfrm>
            <a:off x="3054156" y="3238500"/>
            <a:ext cx="1805513" cy="1551613"/>
            <a:chOff x="0" y="0"/>
            <a:chExt cx="812800" cy="698500"/>
          </a:xfrm>
        </p:grpSpPr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1AF92DD0-C343-CAC8-509A-4F85604A5488}"/>
                </a:ext>
              </a:extLst>
            </p:cNvPr>
            <p:cNvSpPr/>
            <p:nvPr/>
          </p:nvSpPr>
          <p:spPr>
            <a:xfrm>
              <a:off x="15036" y="0"/>
              <a:ext cx="782727" cy="698500"/>
            </a:xfrm>
            <a:custGeom>
              <a:avLst/>
              <a:gdLst/>
              <a:ahLst/>
              <a:cxnLst/>
              <a:rect l="l" t="t" r="r" b="b"/>
              <a:pathLst>
                <a:path w="782727" h="698500">
                  <a:moveTo>
                    <a:pt x="769731" y="397431"/>
                  </a:moveTo>
                  <a:lnTo>
                    <a:pt x="622597" y="650318"/>
                  </a:lnTo>
                  <a:cubicBezTo>
                    <a:pt x="605241" y="680149"/>
                    <a:pt x="573333" y="698500"/>
                    <a:pt x="538821" y="698500"/>
                  </a:cubicBezTo>
                  <a:lnTo>
                    <a:pt x="243907" y="698500"/>
                  </a:lnTo>
                  <a:cubicBezTo>
                    <a:pt x="209395" y="698500"/>
                    <a:pt x="177487" y="680149"/>
                    <a:pt x="160131" y="650318"/>
                  </a:cubicBezTo>
                  <a:lnTo>
                    <a:pt x="12997" y="397431"/>
                  </a:lnTo>
                  <a:cubicBezTo>
                    <a:pt x="-4332" y="367648"/>
                    <a:pt x="-4332" y="330852"/>
                    <a:pt x="12997" y="301069"/>
                  </a:cubicBezTo>
                  <a:lnTo>
                    <a:pt x="160131" y="48181"/>
                  </a:lnTo>
                  <a:cubicBezTo>
                    <a:pt x="177487" y="18351"/>
                    <a:pt x="209395" y="0"/>
                    <a:pt x="243907" y="0"/>
                  </a:cubicBezTo>
                  <a:lnTo>
                    <a:pt x="538821" y="0"/>
                  </a:lnTo>
                  <a:cubicBezTo>
                    <a:pt x="573333" y="0"/>
                    <a:pt x="605241" y="18351"/>
                    <a:pt x="622597" y="48181"/>
                  </a:cubicBezTo>
                  <a:lnTo>
                    <a:pt x="769731" y="301069"/>
                  </a:lnTo>
                  <a:cubicBezTo>
                    <a:pt x="787060" y="330852"/>
                    <a:pt x="787060" y="367648"/>
                    <a:pt x="769731" y="397431"/>
                  </a:cubicBezTo>
                  <a:close/>
                </a:path>
              </a:pathLst>
            </a:custGeom>
            <a:solidFill>
              <a:srgbClr val="FFE8A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Box 11">
              <a:extLst>
                <a:ext uri="{FF2B5EF4-FFF2-40B4-BE49-F238E27FC236}">
                  <a16:creationId xmlns:a16="http://schemas.microsoft.com/office/drawing/2014/main" id="{AAF9FD34-3954-09AE-1914-8B08D1F12D9D}"/>
                </a:ext>
              </a:extLst>
            </p:cNvPr>
            <p:cNvSpPr txBox="1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33" name="Group 9">
            <a:extLst>
              <a:ext uri="{FF2B5EF4-FFF2-40B4-BE49-F238E27FC236}">
                <a16:creationId xmlns:a16="http://schemas.microsoft.com/office/drawing/2014/main" id="{65988DD5-0406-349D-5118-5C088EA89878}"/>
              </a:ext>
            </a:extLst>
          </p:cNvPr>
          <p:cNvGrpSpPr/>
          <p:nvPr/>
        </p:nvGrpSpPr>
        <p:grpSpPr>
          <a:xfrm>
            <a:off x="6512214" y="6819900"/>
            <a:ext cx="1805513" cy="1551613"/>
            <a:chOff x="0" y="0"/>
            <a:chExt cx="812800" cy="698500"/>
          </a:xfrm>
        </p:grpSpPr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96C03BBF-33A9-9E57-6A6D-B79A82574F17}"/>
                </a:ext>
              </a:extLst>
            </p:cNvPr>
            <p:cNvSpPr/>
            <p:nvPr/>
          </p:nvSpPr>
          <p:spPr>
            <a:xfrm>
              <a:off x="15036" y="0"/>
              <a:ext cx="782727" cy="698500"/>
            </a:xfrm>
            <a:custGeom>
              <a:avLst/>
              <a:gdLst/>
              <a:ahLst/>
              <a:cxnLst/>
              <a:rect l="l" t="t" r="r" b="b"/>
              <a:pathLst>
                <a:path w="782727" h="698500">
                  <a:moveTo>
                    <a:pt x="769731" y="397431"/>
                  </a:moveTo>
                  <a:lnTo>
                    <a:pt x="622597" y="650318"/>
                  </a:lnTo>
                  <a:cubicBezTo>
                    <a:pt x="605241" y="680149"/>
                    <a:pt x="573333" y="698500"/>
                    <a:pt x="538821" y="698500"/>
                  </a:cubicBezTo>
                  <a:lnTo>
                    <a:pt x="243907" y="698500"/>
                  </a:lnTo>
                  <a:cubicBezTo>
                    <a:pt x="209395" y="698500"/>
                    <a:pt x="177487" y="680149"/>
                    <a:pt x="160131" y="650318"/>
                  </a:cubicBezTo>
                  <a:lnTo>
                    <a:pt x="12997" y="397431"/>
                  </a:lnTo>
                  <a:cubicBezTo>
                    <a:pt x="-4332" y="367648"/>
                    <a:pt x="-4332" y="330852"/>
                    <a:pt x="12997" y="301069"/>
                  </a:cubicBezTo>
                  <a:lnTo>
                    <a:pt x="160131" y="48181"/>
                  </a:lnTo>
                  <a:cubicBezTo>
                    <a:pt x="177487" y="18351"/>
                    <a:pt x="209395" y="0"/>
                    <a:pt x="243907" y="0"/>
                  </a:cubicBezTo>
                  <a:lnTo>
                    <a:pt x="538821" y="0"/>
                  </a:lnTo>
                  <a:cubicBezTo>
                    <a:pt x="573333" y="0"/>
                    <a:pt x="605241" y="18351"/>
                    <a:pt x="622597" y="48181"/>
                  </a:cubicBezTo>
                  <a:lnTo>
                    <a:pt x="769731" y="301069"/>
                  </a:lnTo>
                  <a:cubicBezTo>
                    <a:pt x="787060" y="330852"/>
                    <a:pt x="787060" y="367648"/>
                    <a:pt x="769731" y="397431"/>
                  </a:cubicBezTo>
                  <a:close/>
                </a:path>
              </a:pathLst>
            </a:custGeom>
            <a:solidFill>
              <a:srgbClr val="B5EBE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11BA5131-9DFF-B6DA-558C-043E4B5C7AFD}"/>
                </a:ext>
              </a:extLst>
            </p:cNvPr>
            <p:cNvSpPr txBox="1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36" name="Group 9">
            <a:extLst>
              <a:ext uri="{FF2B5EF4-FFF2-40B4-BE49-F238E27FC236}">
                <a16:creationId xmlns:a16="http://schemas.microsoft.com/office/drawing/2014/main" id="{3BA55022-60A2-6EFA-9F78-4FD4902328F7}"/>
              </a:ext>
            </a:extLst>
          </p:cNvPr>
          <p:cNvGrpSpPr/>
          <p:nvPr/>
        </p:nvGrpSpPr>
        <p:grpSpPr>
          <a:xfrm>
            <a:off x="9970272" y="3217341"/>
            <a:ext cx="1805513" cy="1551613"/>
            <a:chOff x="0" y="0"/>
            <a:chExt cx="812800" cy="698500"/>
          </a:xfrm>
        </p:grpSpPr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A50B3D05-431E-DF8F-A374-AAD613232DC8}"/>
                </a:ext>
              </a:extLst>
            </p:cNvPr>
            <p:cNvSpPr/>
            <p:nvPr/>
          </p:nvSpPr>
          <p:spPr>
            <a:xfrm>
              <a:off x="15036" y="0"/>
              <a:ext cx="782727" cy="698500"/>
            </a:xfrm>
            <a:custGeom>
              <a:avLst/>
              <a:gdLst/>
              <a:ahLst/>
              <a:cxnLst/>
              <a:rect l="l" t="t" r="r" b="b"/>
              <a:pathLst>
                <a:path w="782727" h="698500">
                  <a:moveTo>
                    <a:pt x="769731" y="397431"/>
                  </a:moveTo>
                  <a:lnTo>
                    <a:pt x="622597" y="650318"/>
                  </a:lnTo>
                  <a:cubicBezTo>
                    <a:pt x="605241" y="680149"/>
                    <a:pt x="573333" y="698500"/>
                    <a:pt x="538821" y="698500"/>
                  </a:cubicBezTo>
                  <a:lnTo>
                    <a:pt x="243907" y="698500"/>
                  </a:lnTo>
                  <a:cubicBezTo>
                    <a:pt x="209395" y="698500"/>
                    <a:pt x="177487" y="680149"/>
                    <a:pt x="160131" y="650318"/>
                  </a:cubicBezTo>
                  <a:lnTo>
                    <a:pt x="12997" y="397431"/>
                  </a:lnTo>
                  <a:cubicBezTo>
                    <a:pt x="-4332" y="367648"/>
                    <a:pt x="-4332" y="330852"/>
                    <a:pt x="12997" y="301069"/>
                  </a:cubicBezTo>
                  <a:lnTo>
                    <a:pt x="160131" y="48181"/>
                  </a:lnTo>
                  <a:cubicBezTo>
                    <a:pt x="177487" y="18351"/>
                    <a:pt x="209395" y="0"/>
                    <a:pt x="243907" y="0"/>
                  </a:cubicBezTo>
                  <a:lnTo>
                    <a:pt x="538821" y="0"/>
                  </a:lnTo>
                  <a:cubicBezTo>
                    <a:pt x="573333" y="0"/>
                    <a:pt x="605241" y="18351"/>
                    <a:pt x="622597" y="48181"/>
                  </a:cubicBezTo>
                  <a:lnTo>
                    <a:pt x="769731" y="301069"/>
                  </a:lnTo>
                  <a:cubicBezTo>
                    <a:pt x="787060" y="330852"/>
                    <a:pt x="787060" y="367648"/>
                    <a:pt x="769731" y="397431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1373242D-26C1-9A24-00FF-D15B9DDD39E2}"/>
                </a:ext>
              </a:extLst>
            </p:cNvPr>
            <p:cNvSpPr txBox="1"/>
            <p:nvPr/>
          </p:nvSpPr>
          <p:spPr>
            <a:xfrm>
              <a:off x="114300" y="-19050"/>
              <a:ext cx="5842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66" name="Freeform 36">
            <a:extLst>
              <a:ext uri="{FF2B5EF4-FFF2-40B4-BE49-F238E27FC236}">
                <a16:creationId xmlns:a16="http://schemas.microsoft.com/office/drawing/2014/main" id="{317B1109-F9C5-E226-E2AA-061A199E31C2}"/>
              </a:ext>
            </a:extLst>
          </p:cNvPr>
          <p:cNvSpPr/>
          <p:nvPr/>
        </p:nvSpPr>
        <p:spPr>
          <a:xfrm>
            <a:off x="10511985" y="3633147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667873" h="667873">
                <a:moveTo>
                  <a:pt x="0" y="0"/>
                </a:moveTo>
                <a:lnTo>
                  <a:pt x="667873" y="0"/>
                </a:lnTo>
                <a:lnTo>
                  <a:pt x="667873" y="667873"/>
                </a:lnTo>
                <a:lnTo>
                  <a:pt x="0" y="667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7" name="Freeform 57">
            <a:extLst>
              <a:ext uri="{FF2B5EF4-FFF2-40B4-BE49-F238E27FC236}">
                <a16:creationId xmlns:a16="http://schemas.microsoft.com/office/drawing/2014/main" id="{20B4A8E3-0E52-4708-387F-6560537777B9}"/>
              </a:ext>
            </a:extLst>
          </p:cNvPr>
          <p:cNvSpPr/>
          <p:nvPr/>
        </p:nvSpPr>
        <p:spPr>
          <a:xfrm>
            <a:off x="7063595" y="7235706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484772" h="526926">
                <a:moveTo>
                  <a:pt x="0" y="0"/>
                </a:moveTo>
                <a:lnTo>
                  <a:pt x="484772" y="0"/>
                </a:lnTo>
                <a:lnTo>
                  <a:pt x="484772" y="526926"/>
                </a:lnTo>
                <a:lnTo>
                  <a:pt x="0" y="526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8" name="Freeform 38">
            <a:extLst>
              <a:ext uri="{FF2B5EF4-FFF2-40B4-BE49-F238E27FC236}">
                <a16:creationId xmlns:a16="http://schemas.microsoft.com/office/drawing/2014/main" id="{E4195169-C20B-4A07-F496-38002AE54D23}"/>
              </a:ext>
            </a:extLst>
          </p:cNvPr>
          <p:cNvSpPr/>
          <p:nvPr/>
        </p:nvSpPr>
        <p:spPr>
          <a:xfrm>
            <a:off x="3634170" y="3611989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686408" h="755049">
                <a:moveTo>
                  <a:pt x="0" y="0"/>
                </a:moveTo>
                <a:lnTo>
                  <a:pt x="686409" y="0"/>
                </a:lnTo>
                <a:lnTo>
                  <a:pt x="686409" y="755050"/>
                </a:lnTo>
                <a:lnTo>
                  <a:pt x="0" y="755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9" name="Freeform 36">
            <a:extLst>
              <a:ext uri="{FF2B5EF4-FFF2-40B4-BE49-F238E27FC236}">
                <a16:creationId xmlns:a16="http://schemas.microsoft.com/office/drawing/2014/main" id="{2ED20D3B-0E4C-63EE-777D-489357B0B8F9}"/>
              </a:ext>
            </a:extLst>
          </p:cNvPr>
          <p:cNvSpPr/>
          <p:nvPr/>
        </p:nvSpPr>
        <p:spPr>
          <a:xfrm>
            <a:off x="13956661" y="7278023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17970" h="727226">
                <a:moveTo>
                  <a:pt x="0" y="0"/>
                </a:moveTo>
                <a:lnTo>
                  <a:pt x="717970" y="0"/>
                </a:lnTo>
                <a:lnTo>
                  <a:pt x="717970" y="727226"/>
                </a:lnTo>
                <a:lnTo>
                  <a:pt x="0" y="727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0" name="TextBox 59">
            <a:extLst>
              <a:ext uri="{FF2B5EF4-FFF2-40B4-BE49-F238E27FC236}">
                <a16:creationId xmlns:a16="http://schemas.microsoft.com/office/drawing/2014/main" id="{BFF3FB74-7705-5F18-761A-8292C3B483D6}"/>
              </a:ext>
            </a:extLst>
          </p:cNvPr>
          <p:cNvSpPr txBox="1"/>
          <p:nvPr/>
        </p:nvSpPr>
        <p:spPr>
          <a:xfrm>
            <a:off x="2826461" y="5391923"/>
            <a:ext cx="2257424" cy="27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Standardise Values</a:t>
            </a:r>
          </a:p>
        </p:txBody>
      </p:sp>
      <p:sp>
        <p:nvSpPr>
          <p:cNvPr id="71" name="TextBox 61">
            <a:extLst>
              <a:ext uri="{FF2B5EF4-FFF2-40B4-BE49-F238E27FC236}">
                <a16:creationId xmlns:a16="http://schemas.microsoft.com/office/drawing/2014/main" id="{3EC0AF91-84CC-21DB-F596-3E593E6BBC43}"/>
              </a:ext>
            </a:extLst>
          </p:cNvPr>
          <p:cNvSpPr txBox="1"/>
          <p:nvPr/>
        </p:nvSpPr>
        <p:spPr>
          <a:xfrm>
            <a:off x="2982202" y="5852370"/>
            <a:ext cx="1945943" cy="193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7"/>
              </a:lnSpc>
            </a:pPr>
            <a:r>
              <a:rPr lang="en-US" sz="14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Applying uniform naming conventions across fields and records.</a:t>
            </a:r>
          </a:p>
          <a:p>
            <a:pPr marL="0" lvl="0" indent="0" algn="ctr">
              <a:lnSpc>
                <a:spcPts val="1917"/>
              </a:lnSpc>
            </a:pPr>
            <a:endParaRPr lang="en-US" sz="1497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>
              <a:lnSpc>
                <a:spcPts val="1917"/>
              </a:lnSpc>
            </a:pPr>
            <a:r>
              <a:rPr lang="en-US" sz="1497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Includes: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Metric for fields.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Uniform currency.</a:t>
            </a:r>
          </a:p>
        </p:txBody>
      </p:sp>
      <p:sp>
        <p:nvSpPr>
          <p:cNvPr id="72" name="TextBox 59">
            <a:extLst>
              <a:ext uri="{FF2B5EF4-FFF2-40B4-BE49-F238E27FC236}">
                <a16:creationId xmlns:a16="http://schemas.microsoft.com/office/drawing/2014/main" id="{2C1FDC40-AC9E-DD06-C41B-3544714DE936}"/>
              </a:ext>
            </a:extLst>
          </p:cNvPr>
          <p:cNvSpPr txBox="1"/>
          <p:nvPr/>
        </p:nvSpPr>
        <p:spPr>
          <a:xfrm>
            <a:off x="6321229" y="3877409"/>
            <a:ext cx="2168304" cy="2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Text Consistency</a:t>
            </a:r>
            <a:endParaRPr lang="en-US" sz="1800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3" name="TextBox 61">
            <a:extLst>
              <a:ext uri="{FF2B5EF4-FFF2-40B4-BE49-F238E27FC236}">
                <a16:creationId xmlns:a16="http://schemas.microsoft.com/office/drawing/2014/main" id="{2A97B1B5-14E9-2AFC-EE42-97FB920D3A86}"/>
              </a:ext>
            </a:extLst>
          </p:cNvPr>
          <p:cNvSpPr txBox="1"/>
          <p:nvPr/>
        </p:nvSpPr>
        <p:spPr>
          <a:xfrm>
            <a:off x="6180231" y="4341736"/>
            <a:ext cx="2455810" cy="1934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17"/>
              </a:lnSpc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Ensuring text values maintain the same structure and are correct.</a:t>
            </a:r>
          </a:p>
          <a:p>
            <a:pPr marL="0" lvl="0" indent="0" algn="ctr">
              <a:lnSpc>
                <a:spcPts val="1917"/>
              </a:lnSpc>
            </a:pPr>
            <a:endParaRPr lang="en-US" sz="1497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>
              <a:lnSpc>
                <a:spcPts val="1917"/>
              </a:lnSpc>
            </a:pPr>
            <a:r>
              <a:rPr lang="en-US" sz="1497" b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Includes: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Spelling checks.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Removing identifiers.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Text formatting.</a:t>
            </a:r>
          </a:p>
        </p:txBody>
      </p:sp>
      <p:sp>
        <p:nvSpPr>
          <p:cNvPr id="74" name="TextBox 59">
            <a:extLst>
              <a:ext uri="{FF2B5EF4-FFF2-40B4-BE49-F238E27FC236}">
                <a16:creationId xmlns:a16="http://schemas.microsoft.com/office/drawing/2014/main" id="{9CCF09F5-050D-F0CF-FD67-EF2ACCC2545C}"/>
              </a:ext>
            </a:extLst>
          </p:cNvPr>
          <p:cNvSpPr txBox="1"/>
          <p:nvPr/>
        </p:nvSpPr>
        <p:spPr>
          <a:xfrm>
            <a:off x="9869543" y="5391923"/>
            <a:ext cx="2127052" cy="27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Value Validation</a:t>
            </a:r>
          </a:p>
        </p:txBody>
      </p:sp>
      <p:sp>
        <p:nvSpPr>
          <p:cNvPr id="75" name="TextBox 61">
            <a:extLst>
              <a:ext uri="{FF2B5EF4-FFF2-40B4-BE49-F238E27FC236}">
                <a16:creationId xmlns:a16="http://schemas.microsoft.com/office/drawing/2014/main" id="{F14C0117-3448-F1AC-923C-9C814391E8C8}"/>
              </a:ext>
            </a:extLst>
          </p:cNvPr>
          <p:cNvSpPr txBox="1"/>
          <p:nvPr/>
        </p:nvSpPr>
        <p:spPr>
          <a:xfrm>
            <a:off x="9789119" y="5871938"/>
            <a:ext cx="2297491" cy="2177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17"/>
              </a:lnSpc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Verifying whether values fall within expected ranges and following proper formatting.</a:t>
            </a:r>
          </a:p>
          <a:p>
            <a:pPr marL="0" lvl="0" indent="0" algn="ctr">
              <a:lnSpc>
                <a:spcPts val="1917"/>
              </a:lnSpc>
            </a:pPr>
            <a:endParaRPr lang="en-US" sz="1497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>
              <a:lnSpc>
                <a:spcPts val="1917"/>
              </a:lnSpc>
            </a:pPr>
            <a:r>
              <a:rPr lang="en-US" sz="1497" b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Includes: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Type checks.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Formatting checks.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Range checks.</a:t>
            </a:r>
          </a:p>
        </p:txBody>
      </p:sp>
      <p:sp>
        <p:nvSpPr>
          <p:cNvPr id="76" name="TextBox 59">
            <a:extLst>
              <a:ext uri="{FF2B5EF4-FFF2-40B4-BE49-F238E27FC236}">
                <a16:creationId xmlns:a16="http://schemas.microsoft.com/office/drawing/2014/main" id="{1DCABED4-E7D6-8F6B-DDFA-8D27FE46B004}"/>
              </a:ext>
            </a:extLst>
          </p:cNvPr>
          <p:cNvSpPr txBox="1"/>
          <p:nvPr/>
        </p:nvSpPr>
        <p:spPr>
          <a:xfrm>
            <a:off x="13253135" y="3877409"/>
            <a:ext cx="2127052" cy="27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Outlier Detection</a:t>
            </a:r>
          </a:p>
        </p:txBody>
      </p:sp>
      <p:sp>
        <p:nvSpPr>
          <p:cNvPr id="77" name="TextBox 61">
            <a:extLst>
              <a:ext uri="{FF2B5EF4-FFF2-40B4-BE49-F238E27FC236}">
                <a16:creationId xmlns:a16="http://schemas.microsoft.com/office/drawing/2014/main" id="{02AA559A-916C-4F28-4564-C10EFF4B1B83}"/>
              </a:ext>
            </a:extLst>
          </p:cNvPr>
          <p:cNvSpPr txBox="1"/>
          <p:nvPr/>
        </p:nvSpPr>
        <p:spPr>
          <a:xfrm>
            <a:off x="12901640" y="4341736"/>
            <a:ext cx="2858888" cy="1690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917"/>
              </a:lnSpc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Identifying unexpected extreme values, that may indicate errors or usual observations that could affect analysis.</a:t>
            </a:r>
          </a:p>
          <a:p>
            <a:pPr marL="0" lvl="0" indent="0" algn="ctr">
              <a:lnSpc>
                <a:spcPts val="1917"/>
              </a:lnSpc>
            </a:pPr>
            <a:endParaRPr lang="en-US" sz="1497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>
              <a:lnSpc>
                <a:spcPts val="1917"/>
              </a:lnSpc>
            </a:pPr>
            <a:r>
              <a:rPr lang="en-US" sz="1497" b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Determined Fields:</a:t>
            </a:r>
          </a:p>
          <a:p>
            <a:pPr marL="285750" lvl="0" indent="-285750" algn="ctr">
              <a:lnSpc>
                <a:spcPts val="1917"/>
              </a:lnSpc>
              <a:buFont typeface="Arial" panose="020B0604020202020204" pitchFamily="34" charset="0"/>
              <a:buChar char="•"/>
            </a:pPr>
            <a:r>
              <a:rPr lang="en-US" sz="149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GDP fields.</a:t>
            </a:r>
          </a:p>
        </p:txBody>
      </p:sp>
    </p:spTree>
    <p:extLst>
      <p:ext uri="{BB962C8B-B14F-4D97-AF65-F5344CB8AC3E}">
        <p14:creationId xmlns:p14="http://schemas.microsoft.com/office/powerpoint/2010/main" val="297020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B7B72-7D66-84B6-795A-AAFA175D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61">
            <a:extLst>
              <a:ext uri="{FF2B5EF4-FFF2-40B4-BE49-F238E27FC236}">
                <a16:creationId xmlns:a16="http://schemas.microsoft.com/office/drawing/2014/main" id="{CA12BBD3-8A6E-67C7-0098-AAFBE17AFC8E}"/>
              </a:ext>
            </a:extLst>
          </p:cNvPr>
          <p:cNvSpPr txBox="1"/>
          <p:nvPr/>
        </p:nvSpPr>
        <p:spPr>
          <a:xfrm>
            <a:off x="2493143" y="3560598"/>
            <a:ext cx="4958134" cy="2659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b="1" dirty="0">
                <a:latin typeface="Montserrat" panose="00000500000000000000" pitchFamily="2" charset="0"/>
              </a:rPr>
              <a:t>Life Evaluation </a:t>
            </a:r>
            <a:r>
              <a:rPr lang="en-GB" dirty="0">
                <a:latin typeface="Montserrat" panose="00000500000000000000" pitchFamily="2" charset="0"/>
              </a:rPr>
              <a:t>≈</a:t>
            </a:r>
            <a:br>
              <a:rPr lang="en-GB" dirty="0">
                <a:latin typeface="Montserrat" panose="00000500000000000000" pitchFamily="2" charset="0"/>
              </a:rPr>
            </a:br>
            <a:endParaRPr lang="en-GB" dirty="0">
              <a:latin typeface="Montserrat" panose="00000500000000000000" pitchFamily="2" charset="0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β0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</a:t>
            </a:r>
            <a:r>
              <a:rPr lang="el-GR" dirty="0">
                <a:latin typeface="Montserrat" panose="00000500000000000000" pitchFamily="2" charset="0"/>
              </a:rPr>
              <a:t>β1 · </a:t>
            </a:r>
            <a:r>
              <a:rPr lang="en-GB" dirty="0">
                <a:latin typeface="Montserrat" panose="00000500000000000000" pitchFamily="2" charset="0"/>
              </a:rPr>
              <a:t>log(GDP per capita)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</a:t>
            </a:r>
            <a:r>
              <a:rPr lang="el-GR" dirty="0">
                <a:latin typeface="Montserrat" panose="00000500000000000000" pitchFamily="2" charset="0"/>
              </a:rPr>
              <a:t>β2 · </a:t>
            </a:r>
            <a:r>
              <a:rPr lang="en-GB" dirty="0">
                <a:latin typeface="Montserrat" panose="00000500000000000000" pitchFamily="2" charset="0"/>
              </a:rPr>
              <a:t>Social Support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</a:t>
            </a:r>
            <a:r>
              <a:rPr lang="el-GR" dirty="0">
                <a:latin typeface="Montserrat" panose="00000500000000000000" pitchFamily="2" charset="0"/>
              </a:rPr>
              <a:t>β3 · </a:t>
            </a:r>
            <a:r>
              <a:rPr lang="en-GB" dirty="0">
                <a:latin typeface="Montserrat" panose="00000500000000000000" pitchFamily="2" charset="0"/>
              </a:rPr>
              <a:t>Healthy Life Expectancy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β4 · Freedom to Make Life Choices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</a:t>
            </a:r>
            <a:r>
              <a:rPr lang="el-GR" dirty="0">
                <a:latin typeface="Montserrat" panose="00000500000000000000" pitchFamily="2" charset="0"/>
              </a:rPr>
              <a:t>β5 · </a:t>
            </a:r>
            <a:r>
              <a:rPr lang="en-GB" dirty="0">
                <a:latin typeface="Montserrat" panose="00000500000000000000" pitchFamily="2" charset="0"/>
              </a:rPr>
              <a:t>Generosity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</a:t>
            </a:r>
            <a:r>
              <a:rPr lang="el-GR" dirty="0">
                <a:latin typeface="Montserrat" panose="00000500000000000000" pitchFamily="2" charset="0"/>
              </a:rPr>
              <a:t>β6 · </a:t>
            </a:r>
            <a:r>
              <a:rPr lang="en-GB" dirty="0">
                <a:latin typeface="Montserrat" panose="00000500000000000000" pitchFamily="2" charset="0"/>
              </a:rPr>
              <a:t>Perceptions of Corruption</a:t>
            </a:r>
          </a:p>
        </p:txBody>
      </p:sp>
      <p:sp>
        <p:nvSpPr>
          <p:cNvPr id="2" name="TextBox 56">
            <a:extLst>
              <a:ext uri="{FF2B5EF4-FFF2-40B4-BE49-F238E27FC236}">
                <a16:creationId xmlns:a16="http://schemas.microsoft.com/office/drawing/2014/main" id="{EC11476C-3139-F3B9-AA36-D678BB3CFC48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Enrichment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AC77FE-7DD2-BC97-3094-16CD34C40055}"/>
              </a:ext>
            </a:extLst>
          </p:cNvPr>
          <p:cNvGrpSpPr/>
          <p:nvPr/>
        </p:nvGrpSpPr>
        <p:grpSpPr>
          <a:xfrm rot="2770971">
            <a:off x="16132339" y="5890038"/>
            <a:ext cx="4726025" cy="4924417"/>
            <a:chOff x="15011400" y="-495841"/>
            <a:chExt cx="3841146" cy="3977524"/>
          </a:xfrm>
        </p:grpSpPr>
        <p:grpSp>
          <p:nvGrpSpPr>
            <p:cNvPr id="4" name="Group 74">
              <a:extLst>
                <a:ext uri="{FF2B5EF4-FFF2-40B4-BE49-F238E27FC236}">
                  <a16:creationId xmlns:a16="http://schemas.microsoft.com/office/drawing/2014/main" id="{64DFACFF-447D-8A75-7B43-9DDC89217695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9" name="Freeform 75">
                <a:extLst>
                  <a:ext uri="{FF2B5EF4-FFF2-40B4-BE49-F238E27FC236}">
                    <a16:creationId xmlns:a16="http://schemas.microsoft.com/office/drawing/2014/main" id="{403F356A-AB53-A213-AC23-4295E4AF86E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76">
                <a:extLst>
                  <a:ext uri="{FF2B5EF4-FFF2-40B4-BE49-F238E27FC236}">
                    <a16:creationId xmlns:a16="http://schemas.microsoft.com/office/drawing/2014/main" id="{A3166712-D64A-BFEF-E02C-0CF17B46BE8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" name="TextBox 79">
              <a:extLst>
                <a:ext uri="{FF2B5EF4-FFF2-40B4-BE49-F238E27FC236}">
                  <a16:creationId xmlns:a16="http://schemas.microsoft.com/office/drawing/2014/main" id="{178728FB-FF50-3744-9DA2-9A98729B5898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6" name="TextBox 82">
              <a:extLst>
                <a:ext uri="{FF2B5EF4-FFF2-40B4-BE49-F238E27FC236}">
                  <a16:creationId xmlns:a16="http://schemas.microsoft.com/office/drawing/2014/main" id="{5C51F349-A984-3F3E-0FBA-72F66F7A9334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7" name="Group 83">
              <a:extLst>
                <a:ext uri="{FF2B5EF4-FFF2-40B4-BE49-F238E27FC236}">
                  <a16:creationId xmlns:a16="http://schemas.microsoft.com/office/drawing/2014/main" id="{737DF689-DA1C-2879-E866-230C6A19063E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DB003BF7-DE9B-E579-2635-4460CA0F9D32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85">
                <a:extLst>
                  <a:ext uri="{FF2B5EF4-FFF2-40B4-BE49-F238E27FC236}">
                    <a16:creationId xmlns:a16="http://schemas.microsoft.com/office/drawing/2014/main" id="{0105694C-D255-8148-5865-96616CA12B4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8" name="Group 86">
              <a:extLst>
                <a:ext uri="{FF2B5EF4-FFF2-40B4-BE49-F238E27FC236}">
                  <a16:creationId xmlns:a16="http://schemas.microsoft.com/office/drawing/2014/main" id="{4FAF4FD6-45AC-1FA4-B9BF-C17B95E1CB75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5" name="Freeform 87">
                <a:extLst>
                  <a:ext uri="{FF2B5EF4-FFF2-40B4-BE49-F238E27FC236}">
                    <a16:creationId xmlns:a16="http://schemas.microsoft.com/office/drawing/2014/main" id="{6C028E86-3DAD-A23E-1443-932EBC31A21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88">
                <a:extLst>
                  <a:ext uri="{FF2B5EF4-FFF2-40B4-BE49-F238E27FC236}">
                    <a16:creationId xmlns:a16="http://schemas.microsoft.com/office/drawing/2014/main" id="{CD1A839F-68DE-153A-2BB6-57EDDB8B2F4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" name="TextBox 91">
              <a:extLst>
                <a:ext uri="{FF2B5EF4-FFF2-40B4-BE49-F238E27FC236}">
                  <a16:creationId xmlns:a16="http://schemas.microsoft.com/office/drawing/2014/main" id="{E404C0B3-3CA1-14F4-C5C9-3CF8910CCA01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0" name="Group 92">
              <a:extLst>
                <a:ext uri="{FF2B5EF4-FFF2-40B4-BE49-F238E27FC236}">
                  <a16:creationId xmlns:a16="http://schemas.microsoft.com/office/drawing/2014/main" id="{FA5160EB-9D4D-6B61-F286-4008A4FB2285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3" name="Freeform 93">
                <a:extLst>
                  <a:ext uri="{FF2B5EF4-FFF2-40B4-BE49-F238E27FC236}">
                    <a16:creationId xmlns:a16="http://schemas.microsoft.com/office/drawing/2014/main" id="{BF1C8F50-0277-04F8-DA62-9728F41B522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94">
                <a:extLst>
                  <a:ext uri="{FF2B5EF4-FFF2-40B4-BE49-F238E27FC236}">
                    <a16:creationId xmlns:a16="http://schemas.microsoft.com/office/drawing/2014/main" id="{E94E8F9A-8217-6B1B-21E2-0889EFD8ABE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1" name="TextBox 97">
              <a:extLst>
                <a:ext uri="{FF2B5EF4-FFF2-40B4-BE49-F238E27FC236}">
                  <a16:creationId xmlns:a16="http://schemas.microsoft.com/office/drawing/2014/main" id="{14AD7230-9E9E-AFB8-2855-46279FA98450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" name="TextBox 100">
              <a:extLst>
                <a:ext uri="{FF2B5EF4-FFF2-40B4-BE49-F238E27FC236}">
                  <a16:creationId xmlns:a16="http://schemas.microsoft.com/office/drawing/2014/main" id="{22900F7E-1C52-DACA-1192-6EB66C06C6FE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AAD8-AA52-BE2D-9923-E9A064A0176F}"/>
              </a:ext>
            </a:extLst>
          </p:cNvPr>
          <p:cNvGrpSpPr/>
          <p:nvPr/>
        </p:nvGrpSpPr>
        <p:grpSpPr>
          <a:xfrm rot="5400000">
            <a:off x="-5169109" y="3769154"/>
            <a:ext cx="12496801" cy="2748693"/>
            <a:chOff x="0" y="0"/>
            <a:chExt cx="361780" cy="107864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224867DE-3D4F-94C7-DCBA-B8B77BE4566F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1D5691-C2CC-4EBD-4EBB-616E455E344E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25" name="TextBox 61">
            <a:extLst>
              <a:ext uri="{FF2B5EF4-FFF2-40B4-BE49-F238E27FC236}">
                <a16:creationId xmlns:a16="http://schemas.microsoft.com/office/drawing/2014/main" id="{7AE5BD34-0486-B6FD-63ED-A5CA70590EAE}"/>
              </a:ext>
            </a:extLst>
          </p:cNvPr>
          <p:cNvSpPr txBox="1"/>
          <p:nvPr/>
        </p:nvSpPr>
        <p:spPr>
          <a:xfrm>
            <a:off x="10736523" y="3560598"/>
            <a:ext cx="4958134" cy="3567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b="1" dirty="0">
                <a:latin typeface="Montserrat" panose="00000500000000000000" pitchFamily="2" charset="0"/>
              </a:rPr>
              <a:t>Happiness Index </a:t>
            </a:r>
            <a:r>
              <a:rPr lang="en-GB" dirty="0">
                <a:latin typeface="Montserrat" panose="00000500000000000000" pitchFamily="2" charset="0"/>
              </a:rPr>
              <a:t>≈</a:t>
            </a:r>
            <a:br>
              <a:rPr lang="en-GB" dirty="0">
                <a:latin typeface="Montserrat" panose="00000500000000000000" pitchFamily="2" charset="0"/>
              </a:rPr>
            </a:br>
            <a:endParaRPr lang="en-GB" dirty="0">
              <a:latin typeface="Montserrat" panose="00000500000000000000" pitchFamily="2" charset="0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0.25 · GDP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+ 0.20 · </a:t>
            </a:r>
            <a:r>
              <a:rPr lang="en-GB" dirty="0" err="1">
                <a:latin typeface="Montserrat" panose="00000500000000000000" pitchFamily="2" charset="0"/>
              </a:rPr>
              <a:t>LifeExpectancy</a:t>
            </a:r>
            <a:endParaRPr lang="en-GB" dirty="0">
              <a:latin typeface="Montserrat" panose="00000500000000000000" pitchFamily="2" charset="0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+ 0.15 · Education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+ 0.10 · </a:t>
            </a:r>
            <a:r>
              <a:rPr lang="en-GB" dirty="0" err="1">
                <a:latin typeface="Montserrat" panose="00000500000000000000" pitchFamily="2" charset="0"/>
              </a:rPr>
              <a:t>GovEducationSpending</a:t>
            </a:r>
            <a:endParaRPr lang="en-GB" dirty="0">
              <a:latin typeface="Montserrat" panose="00000500000000000000" pitchFamily="2" charset="0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- 0.10 · Unemployment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- 0.05 · YouthUnemployment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- 0.05 · Homicide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- 0.05 · Inflation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- 0.03 · Gini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GB" dirty="0">
                <a:latin typeface="Montserrat" panose="00000500000000000000" pitchFamily="2" charset="0"/>
              </a:rPr>
              <a:t>  - 0.02 · Mortality</a:t>
            </a:r>
            <a:endParaRPr lang="en-GB" sz="1050" dirty="0">
              <a:latin typeface="Montserrat" panose="00000500000000000000" pitchFamily="2" charset="0"/>
            </a:endParaRPr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1B7574F4-40F2-8DDE-6770-95D6DB37630D}"/>
              </a:ext>
            </a:extLst>
          </p:cNvPr>
          <p:cNvSpPr/>
          <p:nvPr/>
        </p:nvSpPr>
        <p:spPr>
          <a:xfrm rot="4799131">
            <a:off x="8511461" y="3671292"/>
            <a:ext cx="1316829" cy="2944415"/>
          </a:xfrm>
          <a:custGeom>
            <a:avLst/>
            <a:gdLst/>
            <a:ahLst/>
            <a:cxnLst/>
            <a:rect l="l" t="t" r="r" b="b"/>
            <a:pathLst>
              <a:path w="1316829" h="2944415">
                <a:moveTo>
                  <a:pt x="0" y="0"/>
                </a:moveTo>
                <a:lnTo>
                  <a:pt x="1316830" y="0"/>
                </a:lnTo>
                <a:lnTo>
                  <a:pt x="1316830" y="2944415"/>
                </a:lnTo>
                <a:lnTo>
                  <a:pt x="0" y="2944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TextBox 56">
            <a:extLst>
              <a:ext uri="{FF2B5EF4-FFF2-40B4-BE49-F238E27FC236}">
                <a16:creationId xmlns:a16="http://schemas.microsoft.com/office/drawing/2014/main" id="{0FFD7D88-0213-3D39-78AF-07DE568198D8}"/>
              </a:ext>
            </a:extLst>
          </p:cNvPr>
          <p:cNvSpPr txBox="1"/>
          <p:nvPr/>
        </p:nvSpPr>
        <p:spPr>
          <a:xfrm>
            <a:off x="3956913" y="1101577"/>
            <a:ext cx="10374173" cy="624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Deriving a Measure for Happiness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4A50E1E-3BC0-FC2A-2C94-9C3E1CD00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75" y="4169452"/>
            <a:ext cx="3240000" cy="187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7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31B2-25EA-91F6-1DB5-D39D20B8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>
            <a:extLst>
              <a:ext uri="{FF2B5EF4-FFF2-40B4-BE49-F238E27FC236}">
                <a16:creationId xmlns:a16="http://schemas.microsoft.com/office/drawing/2014/main" id="{F2C85227-D9CF-1604-7702-E2C0F2FDE806}"/>
              </a:ext>
            </a:extLst>
          </p:cNvPr>
          <p:cNvGrpSpPr/>
          <p:nvPr/>
        </p:nvGrpSpPr>
        <p:grpSpPr>
          <a:xfrm rot="5400000">
            <a:off x="952407" y="6103692"/>
            <a:ext cx="10082294" cy="3758475"/>
            <a:chOff x="0" y="0"/>
            <a:chExt cx="1328666" cy="495300"/>
          </a:xfrm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9A2BA29F-5D6C-01E1-E16E-36D755DE9D14}"/>
                </a:ext>
              </a:extLst>
            </p:cNvPr>
            <p:cNvSpPr/>
            <p:nvPr/>
          </p:nvSpPr>
          <p:spPr>
            <a:xfrm>
              <a:off x="19398" y="0"/>
              <a:ext cx="1289870" cy="495300"/>
            </a:xfrm>
            <a:custGeom>
              <a:avLst/>
              <a:gdLst/>
              <a:ahLst/>
              <a:cxnLst/>
              <a:rect l="l" t="t" r="r" b="b"/>
              <a:pathLst>
                <a:path w="1289870" h="495300">
                  <a:moveTo>
                    <a:pt x="264373" y="0"/>
                  </a:moveTo>
                  <a:lnTo>
                    <a:pt x="1255685" y="0"/>
                  </a:lnTo>
                  <a:cubicBezTo>
                    <a:pt x="1267359" y="0"/>
                    <a:pt x="1278226" y="5957"/>
                    <a:pt x="1284505" y="15799"/>
                  </a:cubicBezTo>
                  <a:cubicBezTo>
                    <a:pt x="1290783" y="25640"/>
                    <a:pt x="1291606" y="38005"/>
                    <a:pt x="1286686" y="48592"/>
                  </a:cubicBezTo>
                  <a:lnTo>
                    <a:pt x="1101664" y="446708"/>
                  </a:lnTo>
                  <a:cubicBezTo>
                    <a:pt x="1087891" y="476344"/>
                    <a:pt x="1058178" y="495300"/>
                    <a:pt x="1025498" y="495300"/>
                  </a:cubicBezTo>
                  <a:lnTo>
                    <a:pt x="34185" y="495300"/>
                  </a:lnTo>
                  <a:cubicBezTo>
                    <a:pt x="22511" y="495300"/>
                    <a:pt x="11645" y="489343"/>
                    <a:pt x="5366" y="479501"/>
                  </a:cubicBezTo>
                  <a:cubicBezTo>
                    <a:pt x="-913" y="469660"/>
                    <a:pt x="-1735" y="457295"/>
                    <a:pt x="3185" y="446708"/>
                  </a:cubicBezTo>
                  <a:lnTo>
                    <a:pt x="188207" y="48592"/>
                  </a:lnTo>
                  <a:cubicBezTo>
                    <a:pt x="201980" y="18956"/>
                    <a:pt x="231693" y="0"/>
                    <a:pt x="264373" y="0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0F11C69C-E243-75B1-BACF-CD88678D2656}"/>
                </a:ext>
              </a:extLst>
            </p:cNvPr>
            <p:cNvSpPr txBox="1"/>
            <p:nvPr/>
          </p:nvSpPr>
          <p:spPr>
            <a:xfrm>
              <a:off x="254000" y="-19050"/>
              <a:ext cx="82066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2" name="TextBox 56">
            <a:extLst>
              <a:ext uri="{FF2B5EF4-FFF2-40B4-BE49-F238E27FC236}">
                <a16:creationId xmlns:a16="http://schemas.microsoft.com/office/drawing/2014/main" id="{58CC8BB0-DF38-675C-B85C-56995962A9A2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Enrichment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85A9B1-3F38-AD25-C611-7016C89F82BD}"/>
              </a:ext>
            </a:extLst>
          </p:cNvPr>
          <p:cNvGrpSpPr/>
          <p:nvPr/>
        </p:nvGrpSpPr>
        <p:grpSpPr>
          <a:xfrm rot="2770971">
            <a:off x="16132339" y="5890038"/>
            <a:ext cx="4726025" cy="4924417"/>
            <a:chOff x="15011400" y="-495841"/>
            <a:chExt cx="3841146" cy="3977524"/>
          </a:xfrm>
        </p:grpSpPr>
        <p:grpSp>
          <p:nvGrpSpPr>
            <p:cNvPr id="4" name="Group 74">
              <a:extLst>
                <a:ext uri="{FF2B5EF4-FFF2-40B4-BE49-F238E27FC236}">
                  <a16:creationId xmlns:a16="http://schemas.microsoft.com/office/drawing/2014/main" id="{12DAE279-B379-F8B7-4C42-A3DE80D8B6DC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9" name="Freeform 75">
                <a:extLst>
                  <a:ext uri="{FF2B5EF4-FFF2-40B4-BE49-F238E27FC236}">
                    <a16:creationId xmlns:a16="http://schemas.microsoft.com/office/drawing/2014/main" id="{1BD20067-B654-4C69-08DD-94CE3463199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76">
                <a:extLst>
                  <a:ext uri="{FF2B5EF4-FFF2-40B4-BE49-F238E27FC236}">
                    <a16:creationId xmlns:a16="http://schemas.microsoft.com/office/drawing/2014/main" id="{8268F23E-65A6-35D4-C6B2-96164BB5D87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" name="TextBox 79">
              <a:extLst>
                <a:ext uri="{FF2B5EF4-FFF2-40B4-BE49-F238E27FC236}">
                  <a16:creationId xmlns:a16="http://schemas.microsoft.com/office/drawing/2014/main" id="{2C14D900-08A3-8B7F-787D-64F63427A560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6" name="TextBox 82">
              <a:extLst>
                <a:ext uri="{FF2B5EF4-FFF2-40B4-BE49-F238E27FC236}">
                  <a16:creationId xmlns:a16="http://schemas.microsoft.com/office/drawing/2014/main" id="{6AB8CAE2-764C-A5F6-3086-EE6E80FCD303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7" name="Group 83">
              <a:extLst>
                <a:ext uri="{FF2B5EF4-FFF2-40B4-BE49-F238E27FC236}">
                  <a16:creationId xmlns:a16="http://schemas.microsoft.com/office/drawing/2014/main" id="{2923CE67-AD29-A82B-5C3C-2DEFD004E1B5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0A0B08B4-D52D-3F01-C2A4-F08BA1240E2E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85">
                <a:extLst>
                  <a:ext uri="{FF2B5EF4-FFF2-40B4-BE49-F238E27FC236}">
                    <a16:creationId xmlns:a16="http://schemas.microsoft.com/office/drawing/2014/main" id="{ECE6EEF2-C82F-9A67-F287-D51C3A8BB83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8" name="Group 86">
              <a:extLst>
                <a:ext uri="{FF2B5EF4-FFF2-40B4-BE49-F238E27FC236}">
                  <a16:creationId xmlns:a16="http://schemas.microsoft.com/office/drawing/2014/main" id="{80A0EF35-7133-E791-58A3-02077254E1D4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5" name="Freeform 87">
                <a:extLst>
                  <a:ext uri="{FF2B5EF4-FFF2-40B4-BE49-F238E27FC236}">
                    <a16:creationId xmlns:a16="http://schemas.microsoft.com/office/drawing/2014/main" id="{F16171A4-7688-3C9A-0056-7EA967FBF68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88">
                <a:extLst>
                  <a:ext uri="{FF2B5EF4-FFF2-40B4-BE49-F238E27FC236}">
                    <a16:creationId xmlns:a16="http://schemas.microsoft.com/office/drawing/2014/main" id="{6F93C54E-8DEA-21B3-017E-6D4243638BC7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" name="TextBox 91">
              <a:extLst>
                <a:ext uri="{FF2B5EF4-FFF2-40B4-BE49-F238E27FC236}">
                  <a16:creationId xmlns:a16="http://schemas.microsoft.com/office/drawing/2014/main" id="{6D4660FB-830C-775F-DB3F-3F5E84A3463C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0" name="Group 92">
              <a:extLst>
                <a:ext uri="{FF2B5EF4-FFF2-40B4-BE49-F238E27FC236}">
                  <a16:creationId xmlns:a16="http://schemas.microsoft.com/office/drawing/2014/main" id="{3672CDAA-511D-8F08-AC01-EB64F3C3055D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3" name="Freeform 93">
                <a:extLst>
                  <a:ext uri="{FF2B5EF4-FFF2-40B4-BE49-F238E27FC236}">
                    <a16:creationId xmlns:a16="http://schemas.microsoft.com/office/drawing/2014/main" id="{E0A558DC-3AC2-9182-8411-BC5F012D03D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94">
                <a:extLst>
                  <a:ext uri="{FF2B5EF4-FFF2-40B4-BE49-F238E27FC236}">
                    <a16:creationId xmlns:a16="http://schemas.microsoft.com/office/drawing/2014/main" id="{07B57556-0EEA-D199-AE8B-2A9FA841666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1" name="TextBox 97">
              <a:extLst>
                <a:ext uri="{FF2B5EF4-FFF2-40B4-BE49-F238E27FC236}">
                  <a16:creationId xmlns:a16="http://schemas.microsoft.com/office/drawing/2014/main" id="{C3E3D14C-BB87-452A-9420-840FBED1B386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" name="TextBox 100">
              <a:extLst>
                <a:ext uri="{FF2B5EF4-FFF2-40B4-BE49-F238E27FC236}">
                  <a16:creationId xmlns:a16="http://schemas.microsoft.com/office/drawing/2014/main" id="{20067C8D-C6BA-954F-FE9B-59736D7535BD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6B1581-BD0E-CFC6-AF17-A29349F0BCE9}"/>
              </a:ext>
            </a:extLst>
          </p:cNvPr>
          <p:cNvGrpSpPr/>
          <p:nvPr/>
        </p:nvGrpSpPr>
        <p:grpSpPr>
          <a:xfrm rot="5400000">
            <a:off x="-5169109" y="3769154"/>
            <a:ext cx="12496801" cy="2748693"/>
            <a:chOff x="0" y="0"/>
            <a:chExt cx="361780" cy="107864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658FA8BD-87BA-961B-53C9-7ABBF6D8891A}"/>
                </a:ext>
              </a:extLst>
            </p:cNvPr>
            <p:cNvSpPr/>
            <p:nvPr/>
          </p:nvSpPr>
          <p:spPr>
            <a:xfrm>
              <a:off x="29951" y="11391"/>
              <a:ext cx="301878" cy="96473"/>
            </a:xfrm>
            <a:custGeom>
              <a:avLst/>
              <a:gdLst/>
              <a:ahLst/>
              <a:cxnLst/>
              <a:rect l="l" t="t" r="r" b="b"/>
              <a:pathLst>
                <a:path w="301878" h="96473">
                  <a:moveTo>
                    <a:pt x="186448" y="9783"/>
                  </a:moveTo>
                  <a:lnTo>
                    <a:pt x="296320" y="75299"/>
                  </a:lnTo>
                  <a:cubicBezTo>
                    <a:pt x="300722" y="77924"/>
                    <a:pt x="302829" y="83166"/>
                    <a:pt x="301468" y="88108"/>
                  </a:cubicBezTo>
                  <a:cubicBezTo>
                    <a:pt x="300106" y="93049"/>
                    <a:pt x="295612" y="96473"/>
                    <a:pt x="290486" y="96473"/>
                  </a:cubicBezTo>
                  <a:lnTo>
                    <a:pt x="11392" y="96473"/>
                  </a:lnTo>
                  <a:cubicBezTo>
                    <a:pt x="6266" y="96473"/>
                    <a:pt x="1772" y="93049"/>
                    <a:pt x="411" y="88108"/>
                  </a:cubicBezTo>
                  <a:cubicBezTo>
                    <a:pt x="-951" y="83166"/>
                    <a:pt x="1156" y="77924"/>
                    <a:pt x="5558" y="75299"/>
                  </a:cubicBezTo>
                  <a:lnTo>
                    <a:pt x="115430" y="9783"/>
                  </a:lnTo>
                  <a:cubicBezTo>
                    <a:pt x="137306" y="-3262"/>
                    <a:pt x="164573" y="-3262"/>
                    <a:pt x="186448" y="9783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C2DF66-546D-1EE6-6CE4-B09734B1465B}"/>
                </a:ext>
              </a:extLst>
            </p:cNvPr>
            <p:cNvSpPr txBox="1"/>
            <p:nvPr/>
          </p:nvSpPr>
          <p:spPr>
            <a:xfrm>
              <a:off x="56528" y="11980"/>
              <a:ext cx="248724" cy="88180"/>
            </a:xfrm>
            <a:prstGeom prst="rect">
              <a:avLst/>
            </a:prstGeom>
          </p:spPr>
          <p:txBody>
            <a:bodyPr lIns="71438" tIns="71438" rIns="71438" bIns="71438" rtlCol="0" anchor="ctr"/>
            <a:lstStyle/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35" name="Group 2">
            <a:extLst>
              <a:ext uri="{FF2B5EF4-FFF2-40B4-BE49-F238E27FC236}">
                <a16:creationId xmlns:a16="http://schemas.microsoft.com/office/drawing/2014/main" id="{39DB30B3-EC0F-9001-2CD6-858225425F19}"/>
              </a:ext>
            </a:extLst>
          </p:cNvPr>
          <p:cNvGrpSpPr/>
          <p:nvPr/>
        </p:nvGrpSpPr>
        <p:grpSpPr>
          <a:xfrm rot="5400000">
            <a:off x="4472851" y="6103692"/>
            <a:ext cx="10082294" cy="3758475"/>
            <a:chOff x="0" y="0"/>
            <a:chExt cx="1328666" cy="495300"/>
          </a:xfrm>
          <a:effectLst>
            <a:outerShdw blurRad="330200" dist="317500" dir="6780000" sx="96000" sy="96000" algn="r" rotWithShape="0">
              <a:prstClr val="black">
                <a:alpha val="40000"/>
              </a:prstClr>
            </a:outerShdw>
          </a:effectLst>
        </p:grpSpPr>
        <p:sp>
          <p:nvSpPr>
            <p:cNvPr id="36" name="Freeform 3">
              <a:extLst>
                <a:ext uri="{FF2B5EF4-FFF2-40B4-BE49-F238E27FC236}">
                  <a16:creationId xmlns:a16="http://schemas.microsoft.com/office/drawing/2014/main" id="{8AA9B9BB-BCE8-CE40-0A7F-B43A657D4C78}"/>
                </a:ext>
              </a:extLst>
            </p:cNvPr>
            <p:cNvSpPr/>
            <p:nvPr/>
          </p:nvSpPr>
          <p:spPr>
            <a:xfrm>
              <a:off x="19398" y="0"/>
              <a:ext cx="1289870" cy="495300"/>
            </a:xfrm>
            <a:custGeom>
              <a:avLst/>
              <a:gdLst/>
              <a:ahLst/>
              <a:cxnLst/>
              <a:rect l="l" t="t" r="r" b="b"/>
              <a:pathLst>
                <a:path w="1289870" h="495300">
                  <a:moveTo>
                    <a:pt x="264373" y="0"/>
                  </a:moveTo>
                  <a:lnTo>
                    <a:pt x="1255685" y="0"/>
                  </a:lnTo>
                  <a:cubicBezTo>
                    <a:pt x="1267359" y="0"/>
                    <a:pt x="1278226" y="5957"/>
                    <a:pt x="1284505" y="15799"/>
                  </a:cubicBezTo>
                  <a:cubicBezTo>
                    <a:pt x="1290783" y="25640"/>
                    <a:pt x="1291606" y="38005"/>
                    <a:pt x="1286686" y="48592"/>
                  </a:cubicBezTo>
                  <a:lnTo>
                    <a:pt x="1101664" y="446708"/>
                  </a:lnTo>
                  <a:cubicBezTo>
                    <a:pt x="1087891" y="476344"/>
                    <a:pt x="1058178" y="495300"/>
                    <a:pt x="1025498" y="495300"/>
                  </a:cubicBezTo>
                  <a:lnTo>
                    <a:pt x="34185" y="495300"/>
                  </a:lnTo>
                  <a:cubicBezTo>
                    <a:pt x="22511" y="495300"/>
                    <a:pt x="11645" y="489343"/>
                    <a:pt x="5366" y="479501"/>
                  </a:cubicBezTo>
                  <a:cubicBezTo>
                    <a:pt x="-913" y="469660"/>
                    <a:pt x="-1735" y="457295"/>
                    <a:pt x="3185" y="446708"/>
                  </a:cubicBezTo>
                  <a:lnTo>
                    <a:pt x="188207" y="48592"/>
                  </a:lnTo>
                  <a:cubicBezTo>
                    <a:pt x="201980" y="18956"/>
                    <a:pt x="231693" y="0"/>
                    <a:pt x="264373" y="0"/>
                  </a:cubicBezTo>
                  <a:close/>
                </a:path>
              </a:pathLst>
            </a:custGeom>
            <a:solidFill>
              <a:srgbClr val="8DD2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AE106000-2508-B786-2147-E702C2F4B92F}"/>
                </a:ext>
              </a:extLst>
            </p:cNvPr>
            <p:cNvSpPr txBox="1"/>
            <p:nvPr/>
          </p:nvSpPr>
          <p:spPr>
            <a:xfrm>
              <a:off x="254000" y="-19050"/>
              <a:ext cx="82066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38" name="Group 2">
            <a:extLst>
              <a:ext uri="{FF2B5EF4-FFF2-40B4-BE49-F238E27FC236}">
                <a16:creationId xmlns:a16="http://schemas.microsoft.com/office/drawing/2014/main" id="{EEF2C241-0BE8-EBF8-C692-6A74EBB1FB6F}"/>
              </a:ext>
            </a:extLst>
          </p:cNvPr>
          <p:cNvGrpSpPr/>
          <p:nvPr/>
        </p:nvGrpSpPr>
        <p:grpSpPr>
          <a:xfrm rot="5400000">
            <a:off x="7993294" y="6103692"/>
            <a:ext cx="10082294" cy="3758475"/>
            <a:chOff x="0" y="0"/>
            <a:chExt cx="1328666" cy="495300"/>
          </a:xfrm>
          <a:effectLst>
            <a:outerShdw blurRad="330200" dist="317500" dir="6780000" sx="96000" sy="96000" algn="tr" rotWithShape="0">
              <a:prstClr val="black">
                <a:alpha val="40000"/>
              </a:prstClr>
            </a:outerShdw>
          </a:effectLst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AAA63CD8-1BF1-1427-92D1-CDF33B66F066}"/>
                </a:ext>
              </a:extLst>
            </p:cNvPr>
            <p:cNvSpPr/>
            <p:nvPr/>
          </p:nvSpPr>
          <p:spPr>
            <a:xfrm>
              <a:off x="19398" y="0"/>
              <a:ext cx="1289870" cy="495300"/>
            </a:xfrm>
            <a:custGeom>
              <a:avLst/>
              <a:gdLst/>
              <a:ahLst/>
              <a:cxnLst/>
              <a:rect l="l" t="t" r="r" b="b"/>
              <a:pathLst>
                <a:path w="1289870" h="495300">
                  <a:moveTo>
                    <a:pt x="264373" y="0"/>
                  </a:moveTo>
                  <a:lnTo>
                    <a:pt x="1255685" y="0"/>
                  </a:lnTo>
                  <a:cubicBezTo>
                    <a:pt x="1267359" y="0"/>
                    <a:pt x="1278226" y="5957"/>
                    <a:pt x="1284505" y="15799"/>
                  </a:cubicBezTo>
                  <a:cubicBezTo>
                    <a:pt x="1290783" y="25640"/>
                    <a:pt x="1291606" y="38005"/>
                    <a:pt x="1286686" y="48592"/>
                  </a:cubicBezTo>
                  <a:lnTo>
                    <a:pt x="1101664" y="446708"/>
                  </a:lnTo>
                  <a:cubicBezTo>
                    <a:pt x="1087891" y="476344"/>
                    <a:pt x="1058178" y="495300"/>
                    <a:pt x="1025498" y="495300"/>
                  </a:cubicBezTo>
                  <a:lnTo>
                    <a:pt x="34185" y="495300"/>
                  </a:lnTo>
                  <a:cubicBezTo>
                    <a:pt x="22511" y="495300"/>
                    <a:pt x="11645" y="489343"/>
                    <a:pt x="5366" y="479501"/>
                  </a:cubicBezTo>
                  <a:cubicBezTo>
                    <a:pt x="-913" y="469660"/>
                    <a:pt x="-1735" y="457295"/>
                    <a:pt x="3185" y="446708"/>
                  </a:cubicBezTo>
                  <a:lnTo>
                    <a:pt x="188207" y="48592"/>
                  </a:lnTo>
                  <a:cubicBezTo>
                    <a:pt x="201980" y="18956"/>
                    <a:pt x="231693" y="0"/>
                    <a:pt x="264373" y="0"/>
                  </a:cubicBezTo>
                  <a:close/>
                </a:path>
              </a:pathLst>
            </a:custGeom>
            <a:solidFill>
              <a:srgbClr val="B5EBE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BA6A9BA4-25E1-43AA-B6C8-93CC9E4499D3}"/>
                </a:ext>
              </a:extLst>
            </p:cNvPr>
            <p:cNvSpPr txBox="1"/>
            <p:nvPr/>
          </p:nvSpPr>
          <p:spPr>
            <a:xfrm>
              <a:off x="254000" y="-19050"/>
              <a:ext cx="82066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grpSp>
        <p:nvGrpSpPr>
          <p:cNvPr id="44" name="Group 46">
            <a:extLst>
              <a:ext uri="{FF2B5EF4-FFF2-40B4-BE49-F238E27FC236}">
                <a16:creationId xmlns:a16="http://schemas.microsoft.com/office/drawing/2014/main" id="{97859AE2-6EDB-941E-7F61-91C4CB72C099}"/>
              </a:ext>
            </a:extLst>
          </p:cNvPr>
          <p:cNvGrpSpPr/>
          <p:nvPr/>
        </p:nvGrpSpPr>
        <p:grpSpPr>
          <a:xfrm>
            <a:off x="5165657" y="7870545"/>
            <a:ext cx="1354791" cy="1354791"/>
            <a:chOff x="0" y="0"/>
            <a:chExt cx="812800" cy="812800"/>
          </a:xfrm>
        </p:grpSpPr>
        <p:sp>
          <p:nvSpPr>
            <p:cNvPr id="45" name="Freeform 47">
              <a:extLst>
                <a:ext uri="{FF2B5EF4-FFF2-40B4-BE49-F238E27FC236}">
                  <a16:creationId xmlns:a16="http://schemas.microsoft.com/office/drawing/2014/main" id="{121A5379-7558-3947-CBA9-F94B5AF92B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8">
              <a:extLst>
                <a:ext uri="{FF2B5EF4-FFF2-40B4-BE49-F238E27FC236}">
                  <a16:creationId xmlns:a16="http://schemas.microsoft.com/office/drawing/2014/main" id="{87C52083-B116-4FB0-E1E2-52F36A8FE1AE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47" name="TextBox 66">
            <a:extLst>
              <a:ext uri="{FF2B5EF4-FFF2-40B4-BE49-F238E27FC236}">
                <a16:creationId xmlns:a16="http://schemas.microsoft.com/office/drawing/2014/main" id="{E23A6EB3-279C-AFEA-E5EC-E69E00623885}"/>
              </a:ext>
            </a:extLst>
          </p:cNvPr>
          <p:cNvSpPr txBox="1"/>
          <p:nvPr/>
        </p:nvSpPr>
        <p:spPr>
          <a:xfrm>
            <a:off x="4913101" y="4940729"/>
            <a:ext cx="1859902" cy="2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Happiness Index</a:t>
            </a:r>
          </a:p>
        </p:txBody>
      </p:sp>
      <p:sp>
        <p:nvSpPr>
          <p:cNvPr id="48" name="TextBox 68">
            <a:extLst>
              <a:ext uri="{FF2B5EF4-FFF2-40B4-BE49-F238E27FC236}">
                <a16:creationId xmlns:a16="http://schemas.microsoft.com/office/drawing/2014/main" id="{B4A0A841-A969-A5D2-676E-7705390C53FD}"/>
              </a:ext>
            </a:extLst>
          </p:cNvPr>
          <p:cNvSpPr txBox="1"/>
          <p:nvPr/>
        </p:nvSpPr>
        <p:spPr>
          <a:xfrm>
            <a:off x="4817263" y="5376739"/>
            <a:ext cx="2114550" cy="178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5"/>
              </a:lnSpc>
            </a:pPr>
            <a:r>
              <a:rPr lang="en-US" sz="15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calculated measure adapted from the World Happiness Report’s Life Evaluation. Estimates a country’s overall happiness.</a:t>
            </a:r>
          </a:p>
        </p:txBody>
      </p:sp>
      <p:grpSp>
        <p:nvGrpSpPr>
          <p:cNvPr id="49" name="Group 46">
            <a:extLst>
              <a:ext uri="{FF2B5EF4-FFF2-40B4-BE49-F238E27FC236}">
                <a16:creationId xmlns:a16="http://schemas.microsoft.com/office/drawing/2014/main" id="{857E3D47-CAE7-8D48-F63E-A483957B15A4}"/>
              </a:ext>
            </a:extLst>
          </p:cNvPr>
          <p:cNvGrpSpPr/>
          <p:nvPr/>
        </p:nvGrpSpPr>
        <p:grpSpPr>
          <a:xfrm>
            <a:off x="8756961" y="7870545"/>
            <a:ext cx="1354791" cy="1354791"/>
            <a:chOff x="0" y="0"/>
            <a:chExt cx="812800" cy="812800"/>
          </a:xfrm>
        </p:grpSpPr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A7B0CC35-7AFC-FAD4-4870-C9B886C655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1" name="TextBox 48">
              <a:extLst>
                <a:ext uri="{FF2B5EF4-FFF2-40B4-BE49-F238E27FC236}">
                  <a16:creationId xmlns:a16="http://schemas.microsoft.com/office/drawing/2014/main" id="{DA778C15-27CC-5864-E227-BBC5E3559488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52" name="TextBox 66">
            <a:extLst>
              <a:ext uri="{FF2B5EF4-FFF2-40B4-BE49-F238E27FC236}">
                <a16:creationId xmlns:a16="http://schemas.microsoft.com/office/drawing/2014/main" id="{04515BA9-073F-2720-425B-E3B080291610}"/>
              </a:ext>
            </a:extLst>
          </p:cNvPr>
          <p:cNvSpPr txBox="1"/>
          <p:nvPr/>
        </p:nvSpPr>
        <p:spPr>
          <a:xfrm>
            <a:off x="8504405" y="4940729"/>
            <a:ext cx="1859902" cy="2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Continents</a:t>
            </a:r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B51760AE-97FD-97BB-D2B8-F45243A51285}"/>
              </a:ext>
            </a:extLst>
          </p:cNvPr>
          <p:cNvSpPr txBox="1"/>
          <p:nvPr/>
        </p:nvSpPr>
        <p:spPr>
          <a:xfrm>
            <a:off x="8408567" y="5376739"/>
            <a:ext cx="2114550" cy="152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45"/>
              </a:lnSpc>
            </a:pPr>
            <a:r>
              <a:rPr lang="en-US" sz="15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Categoric label grouping countries by continent. Enables cross-continent comparisons and aggregation.</a:t>
            </a:r>
          </a:p>
        </p:txBody>
      </p:sp>
      <p:grpSp>
        <p:nvGrpSpPr>
          <p:cNvPr id="54" name="Group 46">
            <a:extLst>
              <a:ext uri="{FF2B5EF4-FFF2-40B4-BE49-F238E27FC236}">
                <a16:creationId xmlns:a16="http://schemas.microsoft.com/office/drawing/2014/main" id="{E522AD74-21C8-DDEF-67AA-FD764EDF1942}"/>
              </a:ext>
            </a:extLst>
          </p:cNvPr>
          <p:cNvGrpSpPr/>
          <p:nvPr/>
        </p:nvGrpSpPr>
        <p:grpSpPr>
          <a:xfrm>
            <a:off x="12348265" y="7870545"/>
            <a:ext cx="1354791" cy="1354791"/>
            <a:chOff x="0" y="0"/>
            <a:chExt cx="812800" cy="812800"/>
          </a:xfrm>
        </p:grpSpPr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483699F7-FEF7-30E8-0AEC-95C234659B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6" name="TextBox 48">
              <a:extLst>
                <a:ext uri="{FF2B5EF4-FFF2-40B4-BE49-F238E27FC236}">
                  <a16:creationId xmlns:a16="http://schemas.microsoft.com/office/drawing/2014/main" id="{6FE75894-90F9-8FD5-3A35-42FFE42104EF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5"/>
                </a:lnSpc>
              </a:pPr>
              <a:endParaRPr/>
            </a:p>
          </p:txBody>
        </p:sp>
      </p:grpSp>
      <p:sp>
        <p:nvSpPr>
          <p:cNvPr id="57" name="TextBox 66">
            <a:extLst>
              <a:ext uri="{FF2B5EF4-FFF2-40B4-BE49-F238E27FC236}">
                <a16:creationId xmlns:a16="http://schemas.microsoft.com/office/drawing/2014/main" id="{46FAA0A9-3F66-EBDD-58DE-B37BD7470415}"/>
              </a:ext>
            </a:extLst>
          </p:cNvPr>
          <p:cNvSpPr txBox="1"/>
          <p:nvPr/>
        </p:nvSpPr>
        <p:spPr>
          <a:xfrm>
            <a:off x="12095709" y="4940729"/>
            <a:ext cx="1859902" cy="2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304"/>
              </a:lnSpc>
            </a:pPr>
            <a:r>
              <a:rPr lang="en-US" sz="18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Rankings</a:t>
            </a:r>
          </a:p>
        </p:txBody>
      </p:sp>
      <p:sp>
        <p:nvSpPr>
          <p:cNvPr id="58" name="TextBox 68">
            <a:extLst>
              <a:ext uri="{FF2B5EF4-FFF2-40B4-BE49-F238E27FC236}">
                <a16:creationId xmlns:a16="http://schemas.microsoft.com/office/drawing/2014/main" id="{531F77C6-C33C-6D6B-B920-731B7805DA6E}"/>
              </a:ext>
            </a:extLst>
          </p:cNvPr>
          <p:cNvSpPr txBox="1"/>
          <p:nvPr/>
        </p:nvSpPr>
        <p:spPr>
          <a:xfrm>
            <a:off x="11979209" y="5376739"/>
            <a:ext cx="2255019" cy="1780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045"/>
              </a:lnSpc>
            </a:pPr>
            <a:r>
              <a:rPr lang="en-US" sz="159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Ordinal values assigned by each country’s average Happiness Index. Allows for comparisons between countries based on relative position. </a:t>
            </a:r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1B10A350-2632-FE71-0E49-D98FB98202EC}"/>
              </a:ext>
            </a:extLst>
          </p:cNvPr>
          <p:cNvSpPr/>
          <p:nvPr/>
        </p:nvSpPr>
        <p:spPr>
          <a:xfrm>
            <a:off x="5457121" y="8163745"/>
            <a:ext cx="800190" cy="779821"/>
          </a:xfrm>
          <a:custGeom>
            <a:avLst/>
            <a:gdLst/>
            <a:ahLst/>
            <a:cxnLst/>
            <a:rect l="l" t="t" r="r" b="b"/>
            <a:pathLst>
              <a:path w="800190" h="779821">
                <a:moveTo>
                  <a:pt x="0" y="0"/>
                </a:moveTo>
                <a:lnTo>
                  <a:pt x="800190" y="0"/>
                </a:lnTo>
                <a:lnTo>
                  <a:pt x="800190" y="779821"/>
                </a:lnTo>
                <a:lnTo>
                  <a:pt x="0" y="779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0" name="Freeform 23">
            <a:extLst>
              <a:ext uri="{FF2B5EF4-FFF2-40B4-BE49-F238E27FC236}">
                <a16:creationId xmlns:a16="http://schemas.microsoft.com/office/drawing/2014/main" id="{27FA33A6-A65B-6424-5E88-536FFCD810D1}"/>
              </a:ext>
            </a:extLst>
          </p:cNvPr>
          <p:cNvSpPr/>
          <p:nvPr/>
        </p:nvSpPr>
        <p:spPr>
          <a:xfrm>
            <a:off x="9023626" y="8174209"/>
            <a:ext cx="831455" cy="758892"/>
          </a:xfrm>
          <a:custGeom>
            <a:avLst/>
            <a:gdLst/>
            <a:ahLst/>
            <a:cxnLst/>
            <a:rect l="l" t="t" r="r" b="b"/>
            <a:pathLst>
              <a:path w="831455" h="758892">
                <a:moveTo>
                  <a:pt x="0" y="0"/>
                </a:moveTo>
                <a:lnTo>
                  <a:pt x="831454" y="0"/>
                </a:lnTo>
                <a:lnTo>
                  <a:pt x="831454" y="758891"/>
                </a:lnTo>
                <a:lnTo>
                  <a:pt x="0" y="75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DF17C42C-F863-C7B2-3513-03D5D08BDE96}"/>
              </a:ext>
            </a:extLst>
          </p:cNvPr>
          <p:cNvSpPr/>
          <p:nvPr/>
        </p:nvSpPr>
        <p:spPr>
          <a:xfrm>
            <a:off x="12727343" y="8138659"/>
            <a:ext cx="614195" cy="829993"/>
          </a:xfrm>
          <a:custGeom>
            <a:avLst/>
            <a:gdLst/>
            <a:ahLst/>
            <a:cxnLst/>
            <a:rect l="l" t="t" r="r" b="b"/>
            <a:pathLst>
              <a:path w="614195" h="829993">
                <a:moveTo>
                  <a:pt x="0" y="0"/>
                </a:moveTo>
                <a:lnTo>
                  <a:pt x="614195" y="0"/>
                </a:lnTo>
                <a:lnTo>
                  <a:pt x="614195" y="829993"/>
                </a:lnTo>
                <a:lnTo>
                  <a:pt x="0" y="829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963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DE7C8-DCFA-83E2-042F-4EE09300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4">
            <a:extLst>
              <a:ext uri="{FF2B5EF4-FFF2-40B4-BE49-F238E27FC236}">
                <a16:creationId xmlns:a16="http://schemas.microsoft.com/office/drawing/2014/main" id="{492494E3-475A-F220-B884-B9BFF7C08C0F}"/>
              </a:ext>
            </a:extLst>
          </p:cNvPr>
          <p:cNvSpPr/>
          <p:nvPr/>
        </p:nvSpPr>
        <p:spPr>
          <a:xfrm>
            <a:off x="8462036" y="5305713"/>
            <a:ext cx="8987764" cy="709272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FFBEC4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413C67FD-2BF9-6F3C-AB07-3939B279A757}"/>
              </a:ext>
            </a:extLst>
          </p:cNvPr>
          <p:cNvSpPr txBox="1"/>
          <p:nvPr/>
        </p:nvSpPr>
        <p:spPr>
          <a:xfrm>
            <a:off x="6781800" y="5113657"/>
            <a:ext cx="10398639" cy="893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0600" b="1">
                <a:solidFill>
                  <a:srgbClr val="233D80"/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Data Analysis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2B09FF-D17D-9B75-8160-79422BAD806F}"/>
              </a:ext>
            </a:extLst>
          </p:cNvPr>
          <p:cNvGrpSpPr/>
          <p:nvPr/>
        </p:nvGrpSpPr>
        <p:grpSpPr>
          <a:xfrm rot="12400782">
            <a:off x="-2878201" y="360298"/>
            <a:ext cx="9000000" cy="9000000"/>
            <a:chOff x="15011400" y="-495841"/>
            <a:chExt cx="3841146" cy="3977524"/>
          </a:xfrm>
        </p:grpSpPr>
        <p:grpSp>
          <p:nvGrpSpPr>
            <p:cNvPr id="22" name="Group 74">
              <a:extLst>
                <a:ext uri="{FF2B5EF4-FFF2-40B4-BE49-F238E27FC236}">
                  <a16:creationId xmlns:a16="http://schemas.microsoft.com/office/drawing/2014/main" id="{E29E16FA-75EB-8513-8C25-976005430E12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37" name="Freeform 75">
                <a:extLst>
                  <a:ext uri="{FF2B5EF4-FFF2-40B4-BE49-F238E27FC236}">
                    <a16:creationId xmlns:a16="http://schemas.microsoft.com/office/drawing/2014/main" id="{D00B9369-D776-B212-333F-5803FBBC9E5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76">
                <a:extLst>
                  <a:ext uri="{FF2B5EF4-FFF2-40B4-BE49-F238E27FC236}">
                    <a16:creationId xmlns:a16="http://schemas.microsoft.com/office/drawing/2014/main" id="{69AFEAF5-7FA8-D7DE-817A-BD900D689BF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79">
              <a:extLst>
                <a:ext uri="{FF2B5EF4-FFF2-40B4-BE49-F238E27FC236}">
                  <a16:creationId xmlns:a16="http://schemas.microsoft.com/office/drawing/2014/main" id="{962BF317-54B0-1A4B-7EB5-E3D067F246EA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31A0C9DB-3280-E02D-3E99-01E5C611A355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5" name="Group 83">
              <a:extLst>
                <a:ext uri="{FF2B5EF4-FFF2-40B4-BE49-F238E27FC236}">
                  <a16:creationId xmlns:a16="http://schemas.microsoft.com/office/drawing/2014/main" id="{3DFFEC42-258E-FAF7-E916-1D6F300D7BCA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77975061-DC5F-C446-3A30-37AE4B5C3632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85">
                <a:extLst>
                  <a:ext uri="{FF2B5EF4-FFF2-40B4-BE49-F238E27FC236}">
                    <a16:creationId xmlns:a16="http://schemas.microsoft.com/office/drawing/2014/main" id="{93AEB745-1531-137D-FADF-5CB78604BC5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02573431-59E0-319B-84FB-18E31D6BC1CC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33" name="Freeform 87">
                <a:extLst>
                  <a:ext uri="{FF2B5EF4-FFF2-40B4-BE49-F238E27FC236}">
                    <a16:creationId xmlns:a16="http://schemas.microsoft.com/office/drawing/2014/main" id="{9EBF26D7-1CE6-2F88-07AF-F8703EFB95A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88">
                <a:extLst>
                  <a:ext uri="{FF2B5EF4-FFF2-40B4-BE49-F238E27FC236}">
                    <a16:creationId xmlns:a16="http://schemas.microsoft.com/office/drawing/2014/main" id="{F20584E1-D5E9-DCFB-3E8A-7BE6FB97250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7" name="TextBox 91">
              <a:extLst>
                <a:ext uri="{FF2B5EF4-FFF2-40B4-BE49-F238E27FC236}">
                  <a16:creationId xmlns:a16="http://schemas.microsoft.com/office/drawing/2014/main" id="{8F306163-6AA6-FBBA-053C-A97A8EB93B4B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8" name="Group 92">
              <a:extLst>
                <a:ext uri="{FF2B5EF4-FFF2-40B4-BE49-F238E27FC236}">
                  <a16:creationId xmlns:a16="http://schemas.microsoft.com/office/drawing/2014/main" id="{FD291401-5C91-73E2-6EFD-4CEDD65621DD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31" name="Freeform 93">
                <a:extLst>
                  <a:ext uri="{FF2B5EF4-FFF2-40B4-BE49-F238E27FC236}">
                    <a16:creationId xmlns:a16="http://schemas.microsoft.com/office/drawing/2014/main" id="{08D81C89-9764-F485-C82E-AD386FE10B1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4">
                <a:extLst>
                  <a:ext uri="{FF2B5EF4-FFF2-40B4-BE49-F238E27FC236}">
                    <a16:creationId xmlns:a16="http://schemas.microsoft.com/office/drawing/2014/main" id="{335395BF-26EA-4785-9C07-0F203C43B34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97">
              <a:extLst>
                <a:ext uri="{FF2B5EF4-FFF2-40B4-BE49-F238E27FC236}">
                  <a16:creationId xmlns:a16="http://schemas.microsoft.com/office/drawing/2014/main" id="{1F64F8B2-4B09-AF40-D7E5-B5E3A8A13D9C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0" name="TextBox 100">
              <a:extLst>
                <a:ext uri="{FF2B5EF4-FFF2-40B4-BE49-F238E27FC236}">
                  <a16:creationId xmlns:a16="http://schemas.microsoft.com/office/drawing/2014/main" id="{C3BA31CC-0AC7-550E-42EE-3C2087C45906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9" name="TextBox 36">
            <a:extLst>
              <a:ext uri="{FF2B5EF4-FFF2-40B4-BE49-F238E27FC236}">
                <a16:creationId xmlns:a16="http://schemas.microsoft.com/office/drawing/2014/main" id="{98A78159-4D68-7ED8-F9DF-BD73D3FE49B5}"/>
              </a:ext>
            </a:extLst>
          </p:cNvPr>
          <p:cNvSpPr txBox="1"/>
          <p:nvPr/>
        </p:nvSpPr>
        <p:spPr>
          <a:xfrm>
            <a:off x="1242533" y="5144741"/>
            <a:ext cx="4283074" cy="1074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17200" b="1" u="none" strike="noStrike" spc="165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03.</a:t>
            </a:r>
          </a:p>
        </p:txBody>
      </p:sp>
      <p:sp>
        <p:nvSpPr>
          <p:cNvPr id="41" name="Freeform 84">
            <a:extLst>
              <a:ext uri="{FF2B5EF4-FFF2-40B4-BE49-F238E27FC236}">
                <a16:creationId xmlns:a16="http://schemas.microsoft.com/office/drawing/2014/main" id="{736B9A41-37B4-8F4F-4351-CB836916D146}"/>
              </a:ext>
            </a:extLst>
          </p:cNvPr>
          <p:cNvSpPr/>
          <p:nvPr/>
        </p:nvSpPr>
        <p:spPr>
          <a:xfrm rot="12400782">
            <a:off x="409185" y="212161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4E5F4"/>
          </a:solidFill>
        </p:spPr>
        <p:txBody>
          <a:bodyPr/>
          <a:lstStyle/>
          <a:p>
            <a:endParaRPr lang="en-GB"/>
          </a:p>
        </p:txBody>
      </p:sp>
      <p:sp>
        <p:nvSpPr>
          <p:cNvPr id="42" name="Freeform 84">
            <a:extLst>
              <a:ext uri="{FF2B5EF4-FFF2-40B4-BE49-F238E27FC236}">
                <a16:creationId xmlns:a16="http://schemas.microsoft.com/office/drawing/2014/main" id="{96F8C8CD-6D98-0A7F-BB06-53C3D5F2C750}"/>
              </a:ext>
            </a:extLst>
          </p:cNvPr>
          <p:cNvSpPr/>
          <p:nvPr/>
        </p:nvSpPr>
        <p:spPr>
          <a:xfrm rot="12400782">
            <a:off x="691725" y="8967125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8AEB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56">
            <a:extLst>
              <a:ext uri="{FF2B5EF4-FFF2-40B4-BE49-F238E27FC236}">
                <a16:creationId xmlns:a16="http://schemas.microsoft.com/office/drawing/2014/main" id="{79D01386-E820-E06A-2E6E-082B792F9C23}"/>
              </a:ext>
            </a:extLst>
          </p:cNvPr>
          <p:cNvSpPr txBox="1"/>
          <p:nvPr/>
        </p:nvSpPr>
        <p:spPr>
          <a:xfrm>
            <a:off x="6946715" y="6211489"/>
            <a:ext cx="10398639" cy="68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Presented By | *** &amp; ***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A35F6-BCA6-3C4F-75D8-353A86F6E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927" y="2508668"/>
            <a:ext cx="1908213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1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F8515-BCCC-5857-CB47-0106D104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17F7D-25B2-1EA3-2BCD-BA156E09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097" y="0"/>
            <a:ext cx="1838209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64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F963F-E4A6-8C15-D4C8-A5B9CE4F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4">
            <a:extLst>
              <a:ext uri="{FF2B5EF4-FFF2-40B4-BE49-F238E27FC236}">
                <a16:creationId xmlns:a16="http://schemas.microsoft.com/office/drawing/2014/main" id="{AC0F3BB1-10FF-3819-43B2-0AD47D4FA0AB}"/>
              </a:ext>
            </a:extLst>
          </p:cNvPr>
          <p:cNvSpPr/>
          <p:nvPr/>
        </p:nvSpPr>
        <p:spPr>
          <a:xfrm>
            <a:off x="9274629" y="5305714"/>
            <a:ext cx="7180154" cy="709272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C4E5F4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GB" dirty="0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F5951BB9-35AD-180A-E3E9-0D5C1A10448C}"/>
              </a:ext>
            </a:extLst>
          </p:cNvPr>
          <p:cNvSpPr txBox="1"/>
          <p:nvPr/>
        </p:nvSpPr>
        <p:spPr>
          <a:xfrm>
            <a:off x="6781800" y="5113657"/>
            <a:ext cx="10398639" cy="893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0600" b="1" dirty="0">
                <a:solidFill>
                  <a:srgbClr val="233D80"/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Conclusion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1BE490-FE10-A6ED-D8BD-DC17FC8865D7}"/>
              </a:ext>
            </a:extLst>
          </p:cNvPr>
          <p:cNvGrpSpPr/>
          <p:nvPr/>
        </p:nvGrpSpPr>
        <p:grpSpPr>
          <a:xfrm rot="12400782">
            <a:off x="-2878201" y="360298"/>
            <a:ext cx="9000000" cy="9000000"/>
            <a:chOff x="15011400" y="-495841"/>
            <a:chExt cx="3841146" cy="3977524"/>
          </a:xfrm>
        </p:grpSpPr>
        <p:grpSp>
          <p:nvGrpSpPr>
            <p:cNvPr id="22" name="Group 74">
              <a:extLst>
                <a:ext uri="{FF2B5EF4-FFF2-40B4-BE49-F238E27FC236}">
                  <a16:creationId xmlns:a16="http://schemas.microsoft.com/office/drawing/2014/main" id="{D6C9F467-DFAE-C482-4F8C-FAAED3F44061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37" name="Freeform 75">
                <a:extLst>
                  <a:ext uri="{FF2B5EF4-FFF2-40B4-BE49-F238E27FC236}">
                    <a16:creationId xmlns:a16="http://schemas.microsoft.com/office/drawing/2014/main" id="{46B23417-C906-41E7-639B-40AB0F29882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76">
                <a:extLst>
                  <a:ext uri="{FF2B5EF4-FFF2-40B4-BE49-F238E27FC236}">
                    <a16:creationId xmlns:a16="http://schemas.microsoft.com/office/drawing/2014/main" id="{ABB44FCB-91EC-F51E-79C5-D6D753A27DA0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79">
              <a:extLst>
                <a:ext uri="{FF2B5EF4-FFF2-40B4-BE49-F238E27FC236}">
                  <a16:creationId xmlns:a16="http://schemas.microsoft.com/office/drawing/2014/main" id="{CF38A2AC-75A1-D9AE-E3C2-F39AAD072AEC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567D1954-A8C8-266C-17F6-926694DFA020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5" name="Group 83">
              <a:extLst>
                <a:ext uri="{FF2B5EF4-FFF2-40B4-BE49-F238E27FC236}">
                  <a16:creationId xmlns:a16="http://schemas.microsoft.com/office/drawing/2014/main" id="{C48E595C-3913-394C-3FF4-370CBFFBF48D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F061975F-8880-214E-BFA9-A61E0D6E8AB0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85">
                <a:extLst>
                  <a:ext uri="{FF2B5EF4-FFF2-40B4-BE49-F238E27FC236}">
                    <a16:creationId xmlns:a16="http://schemas.microsoft.com/office/drawing/2014/main" id="{BA95841B-9AAD-9671-167E-AAA2330158BB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6C24879B-DCE4-58F3-09F4-77E98C1D7077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33" name="Freeform 87">
                <a:extLst>
                  <a:ext uri="{FF2B5EF4-FFF2-40B4-BE49-F238E27FC236}">
                    <a16:creationId xmlns:a16="http://schemas.microsoft.com/office/drawing/2014/main" id="{386B12A8-30BB-9A50-C7A9-F5A1EA6A176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88">
                <a:extLst>
                  <a:ext uri="{FF2B5EF4-FFF2-40B4-BE49-F238E27FC236}">
                    <a16:creationId xmlns:a16="http://schemas.microsoft.com/office/drawing/2014/main" id="{A9B2791C-22B3-EE9B-30F1-EEC28FE46BC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7" name="TextBox 91">
              <a:extLst>
                <a:ext uri="{FF2B5EF4-FFF2-40B4-BE49-F238E27FC236}">
                  <a16:creationId xmlns:a16="http://schemas.microsoft.com/office/drawing/2014/main" id="{6829306D-8027-5312-C229-05AA56B7A299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8" name="Group 92">
              <a:extLst>
                <a:ext uri="{FF2B5EF4-FFF2-40B4-BE49-F238E27FC236}">
                  <a16:creationId xmlns:a16="http://schemas.microsoft.com/office/drawing/2014/main" id="{267DF0E6-BDD4-0D3F-C350-9ED046754968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31" name="Freeform 93">
                <a:extLst>
                  <a:ext uri="{FF2B5EF4-FFF2-40B4-BE49-F238E27FC236}">
                    <a16:creationId xmlns:a16="http://schemas.microsoft.com/office/drawing/2014/main" id="{724E250D-EA98-1402-3DAA-56FEC92861C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4">
                <a:extLst>
                  <a:ext uri="{FF2B5EF4-FFF2-40B4-BE49-F238E27FC236}">
                    <a16:creationId xmlns:a16="http://schemas.microsoft.com/office/drawing/2014/main" id="{E5F9953E-3E83-5B2D-BEF4-91C7F39561C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97">
              <a:extLst>
                <a:ext uri="{FF2B5EF4-FFF2-40B4-BE49-F238E27FC236}">
                  <a16:creationId xmlns:a16="http://schemas.microsoft.com/office/drawing/2014/main" id="{6E7C10F8-F444-CFFC-418E-31C7181790B5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0" name="TextBox 100">
              <a:extLst>
                <a:ext uri="{FF2B5EF4-FFF2-40B4-BE49-F238E27FC236}">
                  <a16:creationId xmlns:a16="http://schemas.microsoft.com/office/drawing/2014/main" id="{3FC288C9-A229-023B-1E2D-26715A50280D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39" name="TextBox 36">
            <a:extLst>
              <a:ext uri="{FF2B5EF4-FFF2-40B4-BE49-F238E27FC236}">
                <a16:creationId xmlns:a16="http://schemas.microsoft.com/office/drawing/2014/main" id="{B3E083F9-8D46-C19F-4BBF-55FAF7475949}"/>
              </a:ext>
            </a:extLst>
          </p:cNvPr>
          <p:cNvSpPr txBox="1"/>
          <p:nvPr/>
        </p:nvSpPr>
        <p:spPr>
          <a:xfrm>
            <a:off x="1242533" y="5144741"/>
            <a:ext cx="4283074" cy="1074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5529"/>
              </a:lnSpc>
              <a:spcBef>
                <a:spcPct val="0"/>
              </a:spcBef>
            </a:pPr>
            <a:r>
              <a:rPr lang="en-US" sz="17200" b="1" u="none" strike="noStrike" spc="165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</a:t>
            </a:r>
          </a:p>
        </p:txBody>
      </p:sp>
      <p:sp>
        <p:nvSpPr>
          <p:cNvPr id="41" name="Freeform 84">
            <a:extLst>
              <a:ext uri="{FF2B5EF4-FFF2-40B4-BE49-F238E27FC236}">
                <a16:creationId xmlns:a16="http://schemas.microsoft.com/office/drawing/2014/main" id="{EDBD6230-1D24-9EE6-8E9A-AE6E10AF3A99}"/>
              </a:ext>
            </a:extLst>
          </p:cNvPr>
          <p:cNvSpPr/>
          <p:nvPr/>
        </p:nvSpPr>
        <p:spPr>
          <a:xfrm rot="12400782">
            <a:off x="409185" y="212161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4E5F4"/>
          </a:solidFill>
        </p:spPr>
        <p:txBody>
          <a:bodyPr/>
          <a:lstStyle/>
          <a:p>
            <a:endParaRPr lang="en-GB"/>
          </a:p>
        </p:txBody>
      </p:sp>
      <p:sp>
        <p:nvSpPr>
          <p:cNvPr id="42" name="Freeform 84">
            <a:extLst>
              <a:ext uri="{FF2B5EF4-FFF2-40B4-BE49-F238E27FC236}">
                <a16:creationId xmlns:a16="http://schemas.microsoft.com/office/drawing/2014/main" id="{8FAF7596-C61F-1D13-8628-6778C97BFE63}"/>
              </a:ext>
            </a:extLst>
          </p:cNvPr>
          <p:cNvSpPr/>
          <p:nvPr/>
        </p:nvSpPr>
        <p:spPr>
          <a:xfrm rot="12400782">
            <a:off x="691725" y="8967125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8AEB6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TextBox 56">
            <a:extLst>
              <a:ext uri="{FF2B5EF4-FFF2-40B4-BE49-F238E27FC236}">
                <a16:creationId xmlns:a16="http://schemas.microsoft.com/office/drawing/2014/main" id="{B7474B28-7693-04DE-F588-32657628AA5E}"/>
              </a:ext>
            </a:extLst>
          </p:cNvPr>
          <p:cNvSpPr txBox="1"/>
          <p:nvPr/>
        </p:nvSpPr>
        <p:spPr>
          <a:xfrm>
            <a:off x="6946715" y="6211489"/>
            <a:ext cx="10398639" cy="68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Presented By | ***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E608A-7BE4-8859-53B8-A1B725C4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927" y="2508668"/>
            <a:ext cx="1908213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5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79FF7-3813-5EDA-2507-05DC4CD9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A4353A2-B037-F3E1-33DE-736985307CCF}"/>
              </a:ext>
            </a:extLst>
          </p:cNvPr>
          <p:cNvGrpSpPr/>
          <p:nvPr/>
        </p:nvGrpSpPr>
        <p:grpSpPr>
          <a:xfrm rot="10800000">
            <a:off x="11211389" y="6346318"/>
            <a:ext cx="1759622" cy="1283322"/>
            <a:chOff x="5510295" y="3912830"/>
            <a:chExt cx="1759622" cy="1283322"/>
          </a:xfrm>
        </p:grpSpPr>
        <p:sp>
          <p:nvSpPr>
            <p:cNvPr id="155" name="AutoShape 111">
              <a:extLst>
                <a:ext uri="{FF2B5EF4-FFF2-40B4-BE49-F238E27FC236}">
                  <a16:creationId xmlns:a16="http://schemas.microsoft.com/office/drawing/2014/main" id="{567F1C77-9F84-B21C-D689-96E17E6D1748}"/>
                </a:ext>
              </a:extLst>
            </p:cNvPr>
            <p:cNvSpPr/>
            <p:nvPr/>
          </p:nvSpPr>
          <p:spPr>
            <a:xfrm>
              <a:off x="5510295" y="3912830"/>
              <a:ext cx="1601705" cy="1115576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C7A83A8-B7A8-D28B-DA86-4A71DCD6C0D8}"/>
                </a:ext>
              </a:extLst>
            </p:cNvPr>
            <p:cNvGrpSpPr/>
            <p:nvPr/>
          </p:nvGrpSpPr>
          <p:grpSpPr>
            <a:xfrm rot="7451282">
              <a:off x="6915984" y="4842219"/>
              <a:ext cx="392032" cy="315834"/>
              <a:chOff x="75415" y="89768"/>
              <a:chExt cx="771359" cy="621432"/>
            </a:xfrm>
          </p:grpSpPr>
          <p:sp>
            <p:nvSpPr>
              <p:cNvPr id="157" name="Freeform 113">
                <a:extLst>
                  <a:ext uri="{FF2B5EF4-FFF2-40B4-BE49-F238E27FC236}">
                    <a16:creationId xmlns:a16="http://schemas.microsoft.com/office/drawing/2014/main" id="{F4286CC7-90BB-E361-F09D-182AE422482B}"/>
                  </a:ext>
                </a:extLst>
              </p:cNvPr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27A1D8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8" name="TextBox 114">
                <a:extLst>
                  <a:ext uri="{FF2B5EF4-FFF2-40B4-BE49-F238E27FC236}">
                    <a16:creationId xmlns:a16="http://schemas.microsoft.com/office/drawing/2014/main" id="{E25A2D91-0F76-CDDA-98A3-A2EECFC235A1}"/>
                  </a:ext>
                </a:extLst>
              </p:cNvPr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20CE9AD-15F9-8B55-FEEF-0C521B0F20E0}"/>
              </a:ext>
            </a:extLst>
          </p:cNvPr>
          <p:cNvGrpSpPr/>
          <p:nvPr/>
        </p:nvGrpSpPr>
        <p:grpSpPr>
          <a:xfrm rot="6780724">
            <a:off x="11062216" y="3895325"/>
            <a:ext cx="1727230" cy="1281311"/>
            <a:chOff x="5510295" y="3912830"/>
            <a:chExt cx="1727230" cy="1281311"/>
          </a:xfrm>
        </p:grpSpPr>
        <p:sp>
          <p:nvSpPr>
            <p:cNvPr id="150" name="AutoShape 111">
              <a:extLst>
                <a:ext uri="{FF2B5EF4-FFF2-40B4-BE49-F238E27FC236}">
                  <a16:creationId xmlns:a16="http://schemas.microsoft.com/office/drawing/2014/main" id="{C1FC36DC-055C-920B-6198-B013C92FD751}"/>
                </a:ext>
              </a:extLst>
            </p:cNvPr>
            <p:cNvSpPr/>
            <p:nvPr/>
          </p:nvSpPr>
          <p:spPr>
            <a:xfrm>
              <a:off x="5510295" y="3912830"/>
              <a:ext cx="1601705" cy="1115576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51422969-6322-25D7-999B-2D6A49DA48D8}"/>
                </a:ext>
              </a:extLst>
            </p:cNvPr>
            <p:cNvGrpSpPr/>
            <p:nvPr/>
          </p:nvGrpSpPr>
          <p:grpSpPr>
            <a:xfrm rot="7451282">
              <a:off x="6883592" y="4840208"/>
              <a:ext cx="392032" cy="315834"/>
              <a:chOff x="107955" y="144713"/>
              <a:chExt cx="771359" cy="621432"/>
            </a:xfrm>
          </p:grpSpPr>
          <p:sp>
            <p:nvSpPr>
              <p:cNvPr id="152" name="Freeform 113">
                <a:extLst>
                  <a:ext uri="{FF2B5EF4-FFF2-40B4-BE49-F238E27FC236}">
                    <a16:creationId xmlns:a16="http://schemas.microsoft.com/office/drawing/2014/main" id="{9B12AA56-4B13-ADF2-D3C2-31D7331D203E}"/>
                  </a:ext>
                </a:extLst>
              </p:cNvPr>
              <p:cNvSpPr/>
              <p:nvPr/>
            </p:nvSpPr>
            <p:spPr>
              <a:xfrm>
                <a:off x="107955" y="144713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F4AD1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3" name="TextBox 114">
                <a:extLst>
                  <a:ext uri="{FF2B5EF4-FFF2-40B4-BE49-F238E27FC236}">
                    <a16:creationId xmlns:a16="http://schemas.microsoft.com/office/drawing/2014/main" id="{12694F75-770B-0BDA-C1BE-92A7216E1BC7}"/>
                  </a:ext>
                </a:extLst>
              </p:cNvPr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542D99F-EB9B-00B2-6C04-26E15CC5EE2F}"/>
              </a:ext>
            </a:extLst>
          </p:cNvPr>
          <p:cNvGrpSpPr/>
          <p:nvPr/>
        </p:nvGrpSpPr>
        <p:grpSpPr>
          <a:xfrm rot="17446658">
            <a:off x="5257831" y="6460281"/>
            <a:ext cx="1725537" cy="1293477"/>
            <a:chOff x="5510295" y="3912830"/>
            <a:chExt cx="1725537" cy="1293477"/>
          </a:xfrm>
        </p:grpSpPr>
        <p:sp>
          <p:nvSpPr>
            <p:cNvPr id="145" name="AutoShape 111">
              <a:extLst>
                <a:ext uri="{FF2B5EF4-FFF2-40B4-BE49-F238E27FC236}">
                  <a16:creationId xmlns:a16="http://schemas.microsoft.com/office/drawing/2014/main" id="{38AED10E-17A0-1BF8-250A-304BBA3CF08D}"/>
                </a:ext>
              </a:extLst>
            </p:cNvPr>
            <p:cNvSpPr/>
            <p:nvPr/>
          </p:nvSpPr>
          <p:spPr>
            <a:xfrm>
              <a:off x="5510295" y="3912830"/>
              <a:ext cx="1601705" cy="1115576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7E39C8D-579A-C296-EAEC-5F3AB2DC101C}"/>
                </a:ext>
              </a:extLst>
            </p:cNvPr>
            <p:cNvGrpSpPr/>
            <p:nvPr/>
          </p:nvGrpSpPr>
          <p:grpSpPr>
            <a:xfrm rot="7451282">
              <a:off x="6881899" y="4852374"/>
              <a:ext cx="392032" cy="315834"/>
              <a:chOff x="129629" y="134016"/>
              <a:chExt cx="771360" cy="621432"/>
            </a:xfrm>
          </p:grpSpPr>
          <p:sp>
            <p:nvSpPr>
              <p:cNvPr id="147" name="Freeform 113">
                <a:extLst>
                  <a:ext uri="{FF2B5EF4-FFF2-40B4-BE49-F238E27FC236}">
                    <a16:creationId xmlns:a16="http://schemas.microsoft.com/office/drawing/2014/main" id="{7A4210B9-57BE-12EF-6082-D0656D4CE41D}"/>
                  </a:ext>
                </a:extLst>
              </p:cNvPr>
              <p:cNvSpPr/>
              <p:nvPr/>
            </p:nvSpPr>
            <p:spPr>
              <a:xfrm>
                <a:off x="129629" y="134016"/>
                <a:ext cx="771360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8" name="TextBox 114">
                <a:extLst>
                  <a:ext uri="{FF2B5EF4-FFF2-40B4-BE49-F238E27FC236}">
                    <a16:creationId xmlns:a16="http://schemas.microsoft.com/office/drawing/2014/main" id="{6EB271A3-BCD4-4CB8-FB89-90DBED4F86BC}"/>
                  </a:ext>
                </a:extLst>
              </p:cNvPr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DC8F253-DF90-ED70-4013-8A49AE583AC9}"/>
              </a:ext>
            </a:extLst>
          </p:cNvPr>
          <p:cNvGrpSpPr/>
          <p:nvPr/>
        </p:nvGrpSpPr>
        <p:grpSpPr>
          <a:xfrm>
            <a:off x="5510295" y="3912830"/>
            <a:ext cx="1759622" cy="1283322"/>
            <a:chOff x="5510295" y="3912830"/>
            <a:chExt cx="1759622" cy="1283322"/>
          </a:xfrm>
        </p:grpSpPr>
        <p:sp>
          <p:nvSpPr>
            <p:cNvPr id="40" name="AutoShape 111">
              <a:extLst>
                <a:ext uri="{FF2B5EF4-FFF2-40B4-BE49-F238E27FC236}">
                  <a16:creationId xmlns:a16="http://schemas.microsoft.com/office/drawing/2014/main" id="{B65B4CA4-E0D0-F54C-D4F9-C09684FCFBF9}"/>
                </a:ext>
              </a:extLst>
            </p:cNvPr>
            <p:cNvSpPr/>
            <p:nvPr/>
          </p:nvSpPr>
          <p:spPr>
            <a:xfrm>
              <a:off x="5510295" y="3912830"/>
              <a:ext cx="1601705" cy="1115576"/>
            </a:xfrm>
            <a:prstGeom prst="line">
              <a:avLst/>
            </a:prstGeom>
            <a:ln w="63500" cap="flat">
              <a:solidFill>
                <a:srgbClr val="8D9193"/>
              </a:solidFill>
              <a:prstDash val="sysDot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A35B035-6A26-D988-8785-3E7D108493ED}"/>
                </a:ext>
              </a:extLst>
            </p:cNvPr>
            <p:cNvGrpSpPr/>
            <p:nvPr/>
          </p:nvGrpSpPr>
          <p:grpSpPr>
            <a:xfrm rot="7451282">
              <a:off x="6915984" y="4842219"/>
              <a:ext cx="392032" cy="315834"/>
              <a:chOff x="75415" y="89768"/>
              <a:chExt cx="771359" cy="621432"/>
            </a:xfrm>
          </p:grpSpPr>
          <p:sp>
            <p:nvSpPr>
              <p:cNvPr id="42" name="Freeform 113">
                <a:extLst>
                  <a:ext uri="{FF2B5EF4-FFF2-40B4-BE49-F238E27FC236}">
                    <a16:creationId xmlns:a16="http://schemas.microsoft.com/office/drawing/2014/main" id="{E504F15D-5B74-F437-EF94-53E3494ABDEF}"/>
                  </a:ext>
                </a:extLst>
              </p:cNvPr>
              <p:cNvSpPr/>
              <p:nvPr/>
            </p:nvSpPr>
            <p:spPr>
              <a:xfrm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l="l" t="t" r="r" b="b"/>
                <a:pathLst>
                  <a:path w="771359" h="621432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TextBox 114">
                <a:extLst>
                  <a:ext uri="{FF2B5EF4-FFF2-40B4-BE49-F238E27FC236}">
                    <a16:creationId xmlns:a16="http://schemas.microsoft.com/office/drawing/2014/main" id="{932978CE-E916-6E41-FC35-00E2D81E0FD6}"/>
                  </a:ext>
                </a:extLst>
              </p:cNvPr>
              <p:cNvSpPr txBox="1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756"/>
                  </a:lnSpc>
                </a:pPr>
                <a:endParaRPr/>
              </a:p>
            </p:txBody>
          </p:sp>
        </p:grpSp>
      </p:grpSp>
      <p:sp>
        <p:nvSpPr>
          <p:cNvPr id="9" name="TextBox 56">
            <a:extLst>
              <a:ext uri="{FF2B5EF4-FFF2-40B4-BE49-F238E27FC236}">
                <a16:creationId xmlns:a16="http://schemas.microsoft.com/office/drawing/2014/main" id="{B0C550E1-C1FB-854E-911D-6376815F7DA8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Were they Met?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DC1D287-C955-5A67-FEBA-045FD9FA8C50}"/>
              </a:ext>
            </a:extLst>
          </p:cNvPr>
          <p:cNvGrpSpPr/>
          <p:nvPr/>
        </p:nvGrpSpPr>
        <p:grpSpPr>
          <a:xfrm>
            <a:off x="524198" y="2224926"/>
            <a:ext cx="5185998" cy="2002115"/>
            <a:chOff x="466142" y="2224926"/>
            <a:chExt cx="5185998" cy="20021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F4ACD1-3AA7-CB68-EE4F-1756E3BD8775}"/>
                </a:ext>
              </a:extLst>
            </p:cNvPr>
            <p:cNvGrpSpPr/>
            <p:nvPr/>
          </p:nvGrpSpPr>
          <p:grpSpPr>
            <a:xfrm>
              <a:off x="466142" y="2224926"/>
              <a:ext cx="5185998" cy="2002115"/>
              <a:chOff x="0" y="-47625"/>
              <a:chExt cx="1365860" cy="527306"/>
            </a:xfrm>
          </p:grpSpPr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1969329A-3F95-1B30-829A-BD450A1B1BFE}"/>
                  </a:ext>
                </a:extLst>
              </p:cNvPr>
              <p:cNvSpPr/>
              <p:nvPr/>
            </p:nvSpPr>
            <p:spPr>
              <a:xfrm>
                <a:off x="0" y="0"/>
                <a:ext cx="1365860" cy="479681"/>
              </a:xfrm>
              <a:custGeom>
                <a:avLst/>
                <a:gdLst/>
                <a:ahLst/>
                <a:cxnLst/>
                <a:rect l="l" t="t" r="r" b="b"/>
                <a:pathLst>
                  <a:path w="1365860" h="479681">
                    <a:moveTo>
                      <a:pt x="149285" y="0"/>
                    </a:moveTo>
                    <a:lnTo>
                      <a:pt x="1216575" y="0"/>
                    </a:lnTo>
                    <a:cubicBezTo>
                      <a:pt x="1299022" y="0"/>
                      <a:pt x="1365860" y="66837"/>
                      <a:pt x="1365860" y="149285"/>
                    </a:cubicBezTo>
                    <a:lnTo>
                      <a:pt x="1365860" y="330396"/>
                    </a:lnTo>
                    <a:cubicBezTo>
                      <a:pt x="1365860" y="412844"/>
                      <a:pt x="1299022" y="479681"/>
                      <a:pt x="1216575" y="479681"/>
                    </a:cubicBezTo>
                    <a:lnTo>
                      <a:pt x="149285" y="479681"/>
                    </a:lnTo>
                    <a:cubicBezTo>
                      <a:pt x="66837" y="479681"/>
                      <a:pt x="0" y="412844"/>
                      <a:pt x="0" y="330396"/>
                    </a:cubicBezTo>
                    <a:lnTo>
                      <a:pt x="0" y="149285"/>
                    </a:lnTo>
                    <a:cubicBezTo>
                      <a:pt x="0" y="66837"/>
                      <a:pt x="66837" y="0"/>
                      <a:pt x="149285" y="0"/>
                    </a:cubicBezTo>
                    <a:close/>
                  </a:path>
                </a:pathLst>
              </a:custGeom>
              <a:solidFill>
                <a:srgbClr val="FFBEC4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6" name="TextBox 34">
                <a:extLst>
                  <a:ext uri="{FF2B5EF4-FFF2-40B4-BE49-F238E27FC236}">
                    <a16:creationId xmlns:a16="http://schemas.microsoft.com/office/drawing/2014/main" id="{7E8BCEC8-4478-0A92-18C9-37732ECA9A5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65860" cy="52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22" name="TextBox 88">
              <a:extLst>
                <a:ext uri="{FF2B5EF4-FFF2-40B4-BE49-F238E27FC236}">
                  <a16:creationId xmlns:a16="http://schemas.microsoft.com/office/drawing/2014/main" id="{7B949068-3662-FA75-F6A4-1C5CB7A0644D}"/>
                </a:ext>
              </a:extLst>
            </p:cNvPr>
            <p:cNvSpPr txBox="1"/>
            <p:nvPr/>
          </p:nvSpPr>
          <p:spPr>
            <a:xfrm>
              <a:off x="1078479" y="2979650"/>
              <a:ext cx="3045212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 dirty="0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Interactive Visuals</a:t>
              </a:r>
            </a:p>
          </p:txBody>
        </p:sp>
        <p:sp>
          <p:nvSpPr>
            <p:cNvPr id="24" name="TextBox 90">
              <a:extLst>
                <a:ext uri="{FF2B5EF4-FFF2-40B4-BE49-F238E27FC236}">
                  <a16:creationId xmlns:a16="http://schemas.microsoft.com/office/drawing/2014/main" id="{75E42455-4E1B-FECE-422B-585BF01B2B71}"/>
                </a:ext>
              </a:extLst>
            </p:cNvPr>
            <p:cNvSpPr txBox="1"/>
            <p:nvPr/>
          </p:nvSpPr>
          <p:spPr>
            <a:xfrm>
              <a:off x="1078479" y="3313325"/>
              <a:ext cx="3856378" cy="246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099"/>
                </a:lnSpc>
              </a:pPr>
              <a:r>
                <a:rPr lang="en-US" sz="1399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Showing GDP vs. Happiness relationships</a:t>
              </a:r>
            </a:p>
          </p:txBody>
        </p:sp>
      </p:grpSp>
      <p:sp>
        <p:nvSpPr>
          <p:cNvPr id="38" name="TextBox 109">
            <a:extLst>
              <a:ext uri="{FF2B5EF4-FFF2-40B4-BE49-F238E27FC236}">
                <a16:creationId xmlns:a16="http://schemas.microsoft.com/office/drawing/2014/main" id="{9F238F67-4DEF-1543-4A15-E3F9FDAA0DC1}"/>
              </a:ext>
            </a:extLst>
          </p:cNvPr>
          <p:cNvSpPr txBox="1"/>
          <p:nvPr/>
        </p:nvSpPr>
        <p:spPr>
          <a:xfrm>
            <a:off x="6697337" y="4927277"/>
            <a:ext cx="4893326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903"/>
              </a:lnSpc>
            </a:pPr>
            <a:r>
              <a:rPr lang="en-US" sz="556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Aims &amp; Objectives</a:t>
            </a:r>
          </a:p>
        </p:txBody>
      </p:sp>
      <p:sp>
        <p:nvSpPr>
          <p:cNvPr id="117" name="TextBox 56">
            <a:extLst>
              <a:ext uri="{FF2B5EF4-FFF2-40B4-BE49-F238E27FC236}">
                <a16:creationId xmlns:a16="http://schemas.microsoft.com/office/drawing/2014/main" id="{ACFBFF37-F8E7-0BB8-7FB1-63A96FF49D0E}"/>
              </a:ext>
            </a:extLst>
          </p:cNvPr>
          <p:cNvSpPr txBox="1"/>
          <p:nvPr/>
        </p:nvSpPr>
        <p:spPr>
          <a:xfrm>
            <a:off x="3956913" y="1101577"/>
            <a:ext cx="10374173" cy="624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Yes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72D2DD3-F1EF-C344-9539-C742BDB7EA17}"/>
              </a:ext>
            </a:extLst>
          </p:cNvPr>
          <p:cNvGrpSpPr/>
          <p:nvPr/>
        </p:nvGrpSpPr>
        <p:grpSpPr>
          <a:xfrm>
            <a:off x="524198" y="6953330"/>
            <a:ext cx="5185998" cy="2002115"/>
            <a:chOff x="466142" y="6953330"/>
            <a:chExt cx="5185998" cy="200211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9505C8A-2394-523B-FE47-520CF11C4888}"/>
                </a:ext>
              </a:extLst>
            </p:cNvPr>
            <p:cNvGrpSpPr/>
            <p:nvPr/>
          </p:nvGrpSpPr>
          <p:grpSpPr>
            <a:xfrm>
              <a:off x="466142" y="6953330"/>
              <a:ext cx="5185998" cy="2002115"/>
              <a:chOff x="0" y="-47625"/>
              <a:chExt cx="1365860" cy="527306"/>
            </a:xfrm>
          </p:grpSpPr>
          <p:sp>
            <p:nvSpPr>
              <p:cNvPr id="75" name="Freeform 45">
                <a:extLst>
                  <a:ext uri="{FF2B5EF4-FFF2-40B4-BE49-F238E27FC236}">
                    <a16:creationId xmlns:a16="http://schemas.microsoft.com/office/drawing/2014/main" id="{C0971250-E001-5AEF-69E2-4F662ECB0B84}"/>
                  </a:ext>
                </a:extLst>
              </p:cNvPr>
              <p:cNvSpPr/>
              <p:nvPr/>
            </p:nvSpPr>
            <p:spPr>
              <a:xfrm>
                <a:off x="0" y="0"/>
                <a:ext cx="1365860" cy="479681"/>
              </a:xfrm>
              <a:custGeom>
                <a:avLst/>
                <a:gdLst/>
                <a:ahLst/>
                <a:cxnLst/>
                <a:rect l="l" t="t" r="r" b="b"/>
                <a:pathLst>
                  <a:path w="1365860" h="479681">
                    <a:moveTo>
                      <a:pt x="149285" y="0"/>
                    </a:moveTo>
                    <a:lnTo>
                      <a:pt x="1216575" y="0"/>
                    </a:lnTo>
                    <a:cubicBezTo>
                      <a:pt x="1299022" y="0"/>
                      <a:pt x="1365860" y="66837"/>
                      <a:pt x="1365860" y="149285"/>
                    </a:cubicBezTo>
                    <a:lnTo>
                      <a:pt x="1365860" y="330396"/>
                    </a:lnTo>
                    <a:cubicBezTo>
                      <a:pt x="1365860" y="412844"/>
                      <a:pt x="1299022" y="479681"/>
                      <a:pt x="1216575" y="479681"/>
                    </a:cubicBezTo>
                    <a:lnTo>
                      <a:pt x="149285" y="479681"/>
                    </a:lnTo>
                    <a:cubicBezTo>
                      <a:pt x="66837" y="479681"/>
                      <a:pt x="0" y="412844"/>
                      <a:pt x="0" y="330396"/>
                    </a:cubicBezTo>
                    <a:lnTo>
                      <a:pt x="0" y="149285"/>
                    </a:lnTo>
                    <a:cubicBezTo>
                      <a:pt x="0" y="66837"/>
                      <a:pt x="66837" y="0"/>
                      <a:pt x="149285" y="0"/>
                    </a:cubicBezTo>
                    <a:close/>
                  </a:path>
                </a:pathLst>
              </a:custGeom>
              <a:solidFill>
                <a:srgbClr val="B5EBE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TextBox 46">
                <a:extLst>
                  <a:ext uri="{FF2B5EF4-FFF2-40B4-BE49-F238E27FC236}">
                    <a16:creationId xmlns:a16="http://schemas.microsoft.com/office/drawing/2014/main" id="{0E329C20-EC38-AA39-CEA7-FDAFD6B2600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65860" cy="52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18" name="TextBox 88">
              <a:extLst>
                <a:ext uri="{FF2B5EF4-FFF2-40B4-BE49-F238E27FC236}">
                  <a16:creationId xmlns:a16="http://schemas.microsoft.com/office/drawing/2014/main" id="{EC55F40E-2C72-E24C-1DFA-D66997ED3E61}"/>
                </a:ext>
              </a:extLst>
            </p:cNvPr>
            <p:cNvSpPr txBox="1"/>
            <p:nvPr/>
          </p:nvSpPr>
          <p:spPr>
            <a:xfrm>
              <a:off x="1078479" y="7633115"/>
              <a:ext cx="3045212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 dirty="0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Comparative Insights</a:t>
              </a:r>
            </a:p>
          </p:txBody>
        </p:sp>
        <p:sp>
          <p:nvSpPr>
            <p:cNvPr id="138" name="TextBox 90">
              <a:extLst>
                <a:ext uri="{FF2B5EF4-FFF2-40B4-BE49-F238E27FC236}">
                  <a16:creationId xmlns:a16="http://schemas.microsoft.com/office/drawing/2014/main" id="{382F627F-5F25-DC94-F6CA-869F466C9619}"/>
                </a:ext>
              </a:extLst>
            </p:cNvPr>
            <p:cNvSpPr txBox="1"/>
            <p:nvPr/>
          </p:nvSpPr>
          <p:spPr>
            <a:xfrm>
              <a:off x="1078479" y="7966790"/>
              <a:ext cx="3856378" cy="246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099"/>
                </a:lnSpc>
              </a:pPr>
              <a:r>
                <a:rPr lang="en-US" sz="1399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Across regions and countries.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A07AF7A-2139-95E0-2FDE-186FBE72180B}"/>
              </a:ext>
            </a:extLst>
          </p:cNvPr>
          <p:cNvGrpSpPr/>
          <p:nvPr/>
        </p:nvGrpSpPr>
        <p:grpSpPr>
          <a:xfrm>
            <a:off x="12577804" y="2308792"/>
            <a:ext cx="5185998" cy="2002115"/>
            <a:chOff x="12635860" y="2308792"/>
            <a:chExt cx="5185998" cy="20021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4AC368-62FF-63FE-0C19-4B0185B8B673}"/>
                </a:ext>
              </a:extLst>
            </p:cNvPr>
            <p:cNvGrpSpPr/>
            <p:nvPr/>
          </p:nvGrpSpPr>
          <p:grpSpPr>
            <a:xfrm>
              <a:off x="12635860" y="2308792"/>
              <a:ext cx="5185998" cy="2002115"/>
              <a:chOff x="0" y="-47625"/>
              <a:chExt cx="1365860" cy="527306"/>
            </a:xfrm>
          </p:grpSpPr>
          <p:sp>
            <p:nvSpPr>
              <p:cNvPr id="93" name="Freeform 36">
                <a:extLst>
                  <a:ext uri="{FF2B5EF4-FFF2-40B4-BE49-F238E27FC236}">
                    <a16:creationId xmlns:a16="http://schemas.microsoft.com/office/drawing/2014/main" id="{1C22346C-454D-7D8C-58ED-4796AD8A2D69}"/>
                  </a:ext>
                </a:extLst>
              </p:cNvPr>
              <p:cNvSpPr/>
              <p:nvPr/>
            </p:nvSpPr>
            <p:spPr>
              <a:xfrm>
                <a:off x="0" y="0"/>
                <a:ext cx="1365860" cy="479681"/>
              </a:xfrm>
              <a:custGeom>
                <a:avLst/>
                <a:gdLst/>
                <a:ahLst/>
                <a:cxnLst/>
                <a:rect l="l" t="t" r="r" b="b"/>
                <a:pathLst>
                  <a:path w="1365860" h="479681">
                    <a:moveTo>
                      <a:pt x="149285" y="0"/>
                    </a:moveTo>
                    <a:lnTo>
                      <a:pt x="1216575" y="0"/>
                    </a:lnTo>
                    <a:cubicBezTo>
                      <a:pt x="1299022" y="0"/>
                      <a:pt x="1365860" y="66837"/>
                      <a:pt x="1365860" y="149285"/>
                    </a:cubicBezTo>
                    <a:lnTo>
                      <a:pt x="1365860" y="330396"/>
                    </a:lnTo>
                    <a:cubicBezTo>
                      <a:pt x="1365860" y="412844"/>
                      <a:pt x="1299022" y="479681"/>
                      <a:pt x="1216575" y="479681"/>
                    </a:cubicBezTo>
                    <a:lnTo>
                      <a:pt x="149285" y="479681"/>
                    </a:lnTo>
                    <a:cubicBezTo>
                      <a:pt x="66837" y="479681"/>
                      <a:pt x="0" y="412844"/>
                      <a:pt x="0" y="330396"/>
                    </a:cubicBezTo>
                    <a:lnTo>
                      <a:pt x="0" y="149285"/>
                    </a:lnTo>
                    <a:cubicBezTo>
                      <a:pt x="0" y="66837"/>
                      <a:pt x="66837" y="0"/>
                      <a:pt x="149285" y="0"/>
                    </a:cubicBezTo>
                    <a:close/>
                  </a:path>
                </a:pathLst>
              </a:custGeom>
              <a:solidFill>
                <a:srgbClr val="FFE8A3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4" name="TextBox 37">
                <a:extLst>
                  <a:ext uri="{FF2B5EF4-FFF2-40B4-BE49-F238E27FC236}">
                    <a16:creationId xmlns:a16="http://schemas.microsoft.com/office/drawing/2014/main" id="{8C7DC7B6-1315-F7FB-F855-60EB2B64D3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65860" cy="52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39" name="TextBox 88">
              <a:extLst>
                <a:ext uri="{FF2B5EF4-FFF2-40B4-BE49-F238E27FC236}">
                  <a16:creationId xmlns:a16="http://schemas.microsoft.com/office/drawing/2014/main" id="{876837AF-C1BB-D553-23F4-C350C6388A10}"/>
                </a:ext>
              </a:extLst>
            </p:cNvPr>
            <p:cNvSpPr txBox="1"/>
            <p:nvPr/>
          </p:nvSpPr>
          <p:spPr>
            <a:xfrm>
              <a:off x="13353143" y="3022587"/>
              <a:ext cx="3045212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 dirty="0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Predictions</a:t>
              </a:r>
            </a:p>
          </p:txBody>
        </p:sp>
        <p:sp>
          <p:nvSpPr>
            <p:cNvPr id="140" name="TextBox 90">
              <a:extLst>
                <a:ext uri="{FF2B5EF4-FFF2-40B4-BE49-F238E27FC236}">
                  <a16:creationId xmlns:a16="http://schemas.microsoft.com/office/drawing/2014/main" id="{5E6756C6-34B2-474F-9C17-E102647D2AE7}"/>
                </a:ext>
              </a:extLst>
            </p:cNvPr>
            <p:cNvSpPr txBox="1"/>
            <p:nvPr/>
          </p:nvSpPr>
          <p:spPr>
            <a:xfrm>
              <a:off x="13353143" y="3356262"/>
              <a:ext cx="3856378" cy="246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099"/>
                </a:lnSpc>
              </a:pPr>
              <a:r>
                <a:rPr lang="en-US" sz="1399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forward-looking happiness forecast.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5E93730-569E-EC57-73A6-45FFF7673E1C}"/>
              </a:ext>
            </a:extLst>
          </p:cNvPr>
          <p:cNvGrpSpPr/>
          <p:nvPr/>
        </p:nvGrpSpPr>
        <p:grpSpPr>
          <a:xfrm>
            <a:off x="12742406" y="6953329"/>
            <a:ext cx="5185998" cy="2002115"/>
            <a:chOff x="12800462" y="6953329"/>
            <a:chExt cx="5185998" cy="200211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7C9734-C042-98C1-F2AC-58FD79F2B880}"/>
                </a:ext>
              </a:extLst>
            </p:cNvPr>
            <p:cNvGrpSpPr/>
            <p:nvPr/>
          </p:nvGrpSpPr>
          <p:grpSpPr>
            <a:xfrm>
              <a:off x="12800462" y="6953329"/>
              <a:ext cx="5185998" cy="2002115"/>
              <a:chOff x="0" y="-47625"/>
              <a:chExt cx="1365860" cy="527306"/>
            </a:xfrm>
          </p:grpSpPr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989DF49A-E5E9-2C48-D4B0-B27957EE9638}"/>
                  </a:ext>
                </a:extLst>
              </p:cNvPr>
              <p:cNvSpPr/>
              <p:nvPr/>
            </p:nvSpPr>
            <p:spPr>
              <a:xfrm>
                <a:off x="0" y="0"/>
                <a:ext cx="1365860" cy="479681"/>
              </a:xfrm>
              <a:custGeom>
                <a:avLst/>
                <a:gdLst/>
                <a:ahLst/>
                <a:cxnLst/>
                <a:rect l="l" t="t" r="r" b="b"/>
                <a:pathLst>
                  <a:path w="1365860" h="479681">
                    <a:moveTo>
                      <a:pt x="149285" y="0"/>
                    </a:moveTo>
                    <a:lnTo>
                      <a:pt x="1216575" y="0"/>
                    </a:lnTo>
                    <a:cubicBezTo>
                      <a:pt x="1299022" y="0"/>
                      <a:pt x="1365860" y="66837"/>
                      <a:pt x="1365860" y="149285"/>
                    </a:cubicBezTo>
                    <a:lnTo>
                      <a:pt x="1365860" y="330396"/>
                    </a:lnTo>
                    <a:cubicBezTo>
                      <a:pt x="1365860" y="412844"/>
                      <a:pt x="1299022" y="479681"/>
                      <a:pt x="1216575" y="479681"/>
                    </a:cubicBezTo>
                    <a:lnTo>
                      <a:pt x="149285" y="479681"/>
                    </a:lnTo>
                    <a:cubicBezTo>
                      <a:pt x="66837" y="479681"/>
                      <a:pt x="0" y="412844"/>
                      <a:pt x="0" y="330396"/>
                    </a:cubicBezTo>
                    <a:lnTo>
                      <a:pt x="0" y="149285"/>
                    </a:lnTo>
                    <a:cubicBezTo>
                      <a:pt x="0" y="66837"/>
                      <a:pt x="66837" y="0"/>
                      <a:pt x="149285" y="0"/>
                    </a:cubicBezTo>
                    <a:close/>
                  </a:path>
                </a:pathLst>
              </a:custGeom>
              <a:solidFill>
                <a:srgbClr val="C4E5F4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7" name="TextBox 49">
                <a:extLst>
                  <a:ext uri="{FF2B5EF4-FFF2-40B4-BE49-F238E27FC236}">
                    <a16:creationId xmlns:a16="http://schemas.microsoft.com/office/drawing/2014/main" id="{C37E34F0-48A7-3A58-F893-7C5028682AB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65860" cy="5273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141" name="TextBox 88">
              <a:extLst>
                <a:ext uri="{FF2B5EF4-FFF2-40B4-BE49-F238E27FC236}">
                  <a16:creationId xmlns:a16="http://schemas.microsoft.com/office/drawing/2014/main" id="{05C85483-77C1-28F4-5D80-1385185D714E}"/>
                </a:ext>
              </a:extLst>
            </p:cNvPr>
            <p:cNvSpPr txBox="1"/>
            <p:nvPr/>
          </p:nvSpPr>
          <p:spPr>
            <a:xfrm>
              <a:off x="13353143" y="7629640"/>
              <a:ext cx="3045212" cy="33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 b="1" dirty="0">
                  <a:solidFill>
                    <a:srgbClr val="1C1C1A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Time-series Analysis</a:t>
              </a:r>
            </a:p>
          </p:txBody>
        </p:sp>
        <p:sp>
          <p:nvSpPr>
            <p:cNvPr id="142" name="TextBox 90">
              <a:extLst>
                <a:ext uri="{FF2B5EF4-FFF2-40B4-BE49-F238E27FC236}">
                  <a16:creationId xmlns:a16="http://schemas.microsoft.com/office/drawing/2014/main" id="{DE2CCC6D-CAF0-08A2-A845-AB0B04A2B54D}"/>
                </a:ext>
              </a:extLst>
            </p:cNvPr>
            <p:cNvSpPr txBox="1"/>
            <p:nvPr/>
          </p:nvSpPr>
          <p:spPr>
            <a:xfrm>
              <a:off x="13353143" y="7963315"/>
              <a:ext cx="3856378" cy="246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>
                <a:lnSpc>
                  <a:spcPts val="2099"/>
                </a:lnSpc>
              </a:pPr>
              <a:r>
                <a:rPr lang="en-US" sz="1399" dirty="0">
                  <a:solidFill>
                    <a:srgbClr val="1C1C1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Using animated scatter graphs.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6877757-C62A-D130-7A6B-44E7D080F98A}"/>
              </a:ext>
            </a:extLst>
          </p:cNvPr>
          <p:cNvGrpSpPr/>
          <p:nvPr/>
        </p:nvGrpSpPr>
        <p:grpSpPr>
          <a:xfrm rot="6897872">
            <a:off x="6780986" y="8484917"/>
            <a:ext cx="4726025" cy="4924417"/>
            <a:chOff x="15011400" y="-495841"/>
            <a:chExt cx="3841146" cy="3977524"/>
          </a:xfrm>
        </p:grpSpPr>
        <p:grpSp>
          <p:nvGrpSpPr>
            <p:cNvPr id="164" name="Group 74">
              <a:extLst>
                <a:ext uri="{FF2B5EF4-FFF2-40B4-BE49-F238E27FC236}">
                  <a16:creationId xmlns:a16="http://schemas.microsoft.com/office/drawing/2014/main" id="{E41F52BA-D5D2-57A4-57E2-C932DCC2211B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79" name="Freeform 75">
                <a:extLst>
                  <a:ext uri="{FF2B5EF4-FFF2-40B4-BE49-F238E27FC236}">
                    <a16:creationId xmlns:a16="http://schemas.microsoft.com/office/drawing/2014/main" id="{DAC3C86B-38B8-BFDA-A580-3E270E2F629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0" name="TextBox 76">
                <a:extLst>
                  <a:ext uri="{FF2B5EF4-FFF2-40B4-BE49-F238E27FC236}">
                    <a16:creationId xmlns:a16="http://schemas.microsoft.com/office/drawing/2014/main" id="{D0CF8A1C-8439-9C1C-E4CA-859221620AF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5" name="TextBox 79">
              <a:extLst>
                <a:ext uri="{FF2B5EF4-FFF2-40B4-BE49-F238E27FC236}">
                  <a16:creationId xmlns:a16="http://schemas.microsoft.com/office/drawing/2014/main" id="{141DBF83-45FB-FBDB-65BE-0791B6145226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66" name="TextBox 82">
              <a:extLst>
                <a:ext uri="{FF2B5EF4-FFF2-40B4-BE49-F238E27FC236}">
                  <a16:creationId xmlns:a16="http://schemas.microsoft.com/office/drawing/2014/main" id="{DF9BA357-83B4-498B-2407-2CC7E6078A4A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67" name="Group 83">
              <a:extLst>
                <a:ext uri="{FF2B5EF4-FFF2-40B4-BE49-F238E27FC236}">
                  <a16:creationId xmlns:a16="http://schemas.microsoft.com/office/drawing/2014/main" id="{079F5A84-281B-57F0-3CF7-4F551BFE4A4A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77" name="Freeform 84">
                <a:extLst>
                  <a:ext uri="{FF2B5EF4-FFF2-40B4-BE49-F238E27FC236}">
                    <a16:creationId xmlns:a16="http://schemas.microsoft.com/office/drawing/2014/main" id="{206B5DCA-9FB7-8232-8730-DABC6003D73B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8" name="TextBox 85">
                <a:extLst>
                  <a:ext uri="{FF2B5EF4-FFF2-40B4-BE49-F238E27FC236}">
                    <a16:creationId xmlns:a16="http://schemas.microsoft.com/office/drawing/2014/main" id="{5D8D0031-7E61-FB66-D444-F10C6387E05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68" name="Group 86">
              <a:extLst>
                <a:ext uri="{FF2B5EF4-FFF2-40B4-BE49-F238E27FC236}">
                  <a16:creationId xmlns:a16="http://schemas.microsoft.com/office/drawing/2014/main" id="{6BDB914B-1852-ADEE-69CF-066EA91165FE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75" name="Freeform 87">
                <a:extLst>
                  <a:ext uri="{FF2B5EF4-FFF2-40B4-BE49-F238E27FC236}">
                    <a16:creationId xmlns:a16="http://schemas.microsoft.com/office/drawing/2014/main" id="{9B1B31DA-121F-EDB5-CC9D-40EE736F9FB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6" name="TextBox 88">
                <a:extLst>
                  <a:ext uri="{FF2B5EF4-FFF2-40B4-BE49-F238E27FC236}">
                    <a16:creationId xmlns:a16="http://schemas.microsoft.com/office/drawing/2014/main" id="{35F07059-5C92-3803-9A30-37EDE3207E9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69" name="TextBox 91">
              <a:extLst>
                <a:ext uri="{FF2B5EF4-FFF2-40B4-BE49-F238E27FC236}">
                  <a16:creationId xmlns:a16="http://schemas.microsoft.com/office/drawing/2014/main" id="{CB695AC2-41C3-F308-548D-2A38B1FEE3A7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70" name="Group 92">
              <a:extLst>
                <a:ext uri="{FF2B5EF4-FFF2-40B4-BE49-F238E27FC236}">
                  <a16:creationId xmlns:a16="http://schemas.microsoft.com/office/drawing/2014/main" id="{553A96C7-C438-9C88-7C3E-1C24421ACA79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73" name="Freeform 93">
                <a:extLst>
                  <a:ext uri="{FF2B5EF4-FFF2-40B4-BE49-F238E27FC236}">
                    <a16:creationId xmlns:a16="http://schemas.microsoft.com/office/drawing/2014/main" id="{D4C9DF84-B40A-6E5F-91F0-26A788261A7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" name="TextBox 94">
                <a:extLst>
                  <a:ext uri="{FF2B5EF4-FFF2-40B4-BE49-F238E27FC236}">
                    <a16:creationId xmlns:a16="http://schemas.microsoft.com/office/drawing/2014/main" id="{3A1546A7-AA7D-A68B-0B59-3FC5B85CB63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71" name="TextBox 97">
              <a:extLst>
                <a:ext uri="{FF2B5EF4-FFF2-40B4-BE49-F238E27FC236}">
                  <a16:creationId xmlns:a16="http://schemas.microsoft.com/office/drawing/2014/main" id="{726A1C04-4449-0B8D-FE5B-6A2A9A9B56ED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72" name="TextBox 100">
              <a:extLst>
                <a:ext uri="{FF2B5EF4-FFF2-40B4-BE49-F238E27FC236}">
                  <a16:creationId xmlns:a16="http://schemas.microsoft.com/office/drawing/2014/main" id="{351778BE-98E4-AECA-FE6F-93571CB98BF9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924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64EF3-0DFB-5FB3-B284-2C001944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6">
            <a:extLst>
              <a:ext uri="{FF2B5EF4-FFF2-40B4-BE49-F238E27FC236}">
                <a16:creationId xmlns:a16="http://schemas.microsoft.com/office/drawing/2014/main" id="{59482F5E-F99D-2293-FE39-1A9C1171DED3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Limitations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88C6704-5942-0A0E-603B-FC464A027598}"/>
              </a:ext>
            </a:extLst>
          </p:cNvPr>
          <p:cNvGrpSpPr/>
          <p:nvPr/>
        </p:nvGrpSpPr>
        <p:grpSpPr>
          <a:xfrm rot="6897872">
            <a:off x="6780986" y="8484917"/>
            <a:ext cx="4726025" cy="4924417"/>
            <a:chOff x="15011400" y="-495841"/>
            <a:chExt cx="3841146" cy="3977524"/>
          </a:xfrm>
        </p:grpSpPr>
        <p:grpSp>
          <p:nvGrpSpPr>
            <p:cNvPr id="121" name="Group 74">
              <a:extLst>
                <a:ext uri="{FF2B5EF4-FFF2-40B4-BE49-F238E27FC236}">
                  <a16:creationId xmlns:a16="http://schemas.microsoft.com/office/drawing/2014/main" id="{12B82819-C04D-82F3-37E5-37A4438D1DEC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136" name="Freeform 75">
                <a:extLst>
                  <a:ext uri="{FF2B5EF4-FFF2-40B4-BE49-F238E27FC236}">
                    <a16:creationId xmlns:a16="http://schemas.microsoft.com/office/drawing/2014/main" id="{D43E2766-83F4-8E35-E95A-CA0F1D7BB6F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" name="TextBox 76">
                <a:extLst>
                  <a:ext uri="{FF2B5EF4-FFF2-40B4-BE49-F238E27FC236}">
                    <a16:creationId xmlns:a16="http://schemas.microsoft.com/office/drawing/2014/main" id="{8C6EE7F2-EEB0-FD4D-A6D8-74B49B5E185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2" name="TextBox 79">
              <a:extLst>
                <a:ext uri="{FF2B5EF4-FFF2-40B4-BE49-F238E27FC236}">
                  <a16:creationId xmlns:a16="http://schemas.microsoft.com/office/drawing/2014/main" id="{13BCCF2C-34D7-30CF-B8BE-FD1618AE22FD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3" name="TextBox 82">
              <a:extLst>
                <a:ext uri="{FF2B5EF4-FFF2-40B4-BE49-F238E27FC236}">
                  <a16:creationId xmlns:a16="http://schemas.microsoft.com/office/drawing/2014/main" id="{CE6B3B9C-1EE4-FC5A-E1EB-0D3672DA8BE5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24" name="Group 83">
              <a:extLst>
                <a:ext uri="{FF2B5EF4-FFF2-40B4-BE49-F238E27FC236}">
                  <a16:creationId xmlns:a16="http://schemas.microsoft.com/office/drawing/2014/main" id="{D69619AC-A08D-703B-4A08-8A8CBE1556C6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134" name="Freeform 84">
                <a:extLst>
                  <a:ext uri="{FF2B5EF4-FFF2-40B4-BE49-F238E27FC236}">
                    <a16:creationId xmlns:a16="http://schemas.microsoft.com/office/drawing/2014/main" id="{3C9F100C-ECD9-AB00-B6EF-3A2816F5BEE2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" name="TextBox 85">
                <a:extLst>
                  <a:ext uri="{FF2B5EF4-FFF2-40B4-BE49-F238E27FC236}">
                    <a16:creationId xmlns:a16="http://schemas.microsoft.com/office/drawing/2014/main" id="{B7B8FEE6-F541-476F-452E-39758CCEE5E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25" name="Group 86">
              <a:extLst>
                <a:ext uri="{FF2B5EF4-FFF2-40B4-BE49-F238E27FC236}">
                  <a16:creationId xmlns:a16="http://schemas.microsoft.com/office/drawing/2014/main" id="{4E729673-4AEC-B9AA-3F8D-D2EA1A7EB292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32" name="Freeform 87">
                <a:extLst>
                  <a:ext uri="{FF2B5EF4-FFF2-40B4-BE49-F238E27FC236}">
                    <a16:creationId xmlns:a16="http://schemas.microsoft.com/office/drawing/2014/main" id="{69718C82-41F1-4AC2-E63C-F38C6AEA4A0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3" name="TextBox 88">
                <a:extLst>
                  <a:ext uri="{FF2B5EF4-FFF2-40B4-BE49-F238E27FC236}">
                    <a16:creationId xmlns:a16="http://schemas.microsoft.com/office/drawing/2014/main" id="{9653380F-FFC1-DDD8-FA0B-26D03C425133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6" name="TextBox 91">
              <a:extLst>
                <a:ext uri="{FF2B5EF4-FFF2-40B4-BE49-F238E27FC236}">
                  <a16:creationId xmlns:a16="http://schemas.microsoft.com/office/drawing/2014/main" id="{C810833B-7643-60E6-B2BC-EC78DF4C85ED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27" name="Group 92">
              <a:extLst>
                <a:ext uri="{FF2B5EF4-FFF2-40B4-BE49-F238E27FC236}">
                  <a16:creationId xmlns:a16="http://schemas.microsoft.com/office/drawing/2014/main" id="{02952B7B-0ECF-2510-7D0F-E18B2CA330A2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30" name="Freeform 93">
                <a:extLst>
                  <a:ext uri="{FF2B5EF4-FFF2-40B4-BE49-F238E27FC236}">
                    <a16:creationId xmlns:a16="http://schemas.microsoft.com/office/drawing/2014/main" id="{A2CFC9D2-7924-4EDA-21B4-B38A0754878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1" name="TextBox 94">
                <a:extLst>
                  <a:ext uri="{FF2B5EF4-FFF2-40B4-BE49-F238E27FC236}">
                    <a16:creationId xmlns:a16="http://schemas.microsoft.com/office/drawing/2014/main" id="{3A2572FE-07E8-98B4-648F-809A399495A4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8" name="TextBox 97">
              <a:extLst>
                <a:ext uri="{FF2B5EF4-FFF2-40B4-BE49-F238E27FC236}">
                  <a16:creationId xmlns:a16="http://schemas.microsoft.com/office/drawing/2014/main" id="{3E20A762-F5DA-529E-38C1-674395FADE40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29" name="TextBox 100">
              <a:extLst>
                <a:ext uri="{FF2B5EF4-FFF2-40B4-BE49-F238E27FC236}">
                  <a16:creationId xmlns:a16="http://schemas.microsoft.com/office/drawing/2014/main" id="{89D8F444-A4E2-A6E8-ACA8-10686B60157A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E15A47-8E3C-0FA3-0D0E-8B5A31B89405}"/>
              </a:ext>
            </a:extLst>
          </p:cNvPr>
          <p:cNvGrpSpPr/>
          <p:nvPr/>
        </p:nvGrpSpPr>
        <p:grpSpPr>
          <a:xfrm>
            <a:off x="2916283" y="3497126"/>
            <a:ext cx="2609972" cy="3812177"/>
            <a:chOff x="0" y="-38100"/>
            <a:chExt cx="736265" cy="1075403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31B3918F-A245-C46A-B7B5-3CB553F1888C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C4E5F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8" name="TextBox 7">
              <a:extLst>
                <a:ext uri="{FF2B5EF4-FFF2-40B4-BE49-F238E27FC236}">
                  <a16:creationId xmlns:a16="http://schemas.microsoft.com/office/drawing/2014/main" id="{DD2AC2BC-E9BD-7AFA-95E0-FC461D4959C6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5B71166-7F82-33BD-1B9B-A3B0A8AF6A0F}"/>
              </a:ext>
            </a:extLst>
          </p:cNvPr>
          <p:cNvGrpSpPr/>
          <p:nvPr/>
        </p:nvGrpSpPr>
        <p:grpSpPr>
          <a:xfrm>
            <a:off x="3537923" y="2916098"/>
            <a:ext cx="1366693" cy="1366693"/>
            <a:chOff x="0" y="0"/>
            <a:chExt cx="812800" cy="812800"/>
          </a:xfrm>
        </p:grpSpPr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EBB9EDBD-63ED-6B86-108B-460377D19A2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6" name="TextBox 10">
              <a:extLst>
                <a:ext uri="{FF2B5EF4-FFF2-40B4-BE49-F238E27FC236}">
                  <a16:creationId xmlns:a16="http://schemas.microsoft.com/office/drawing/2014/main" id="{24ED9284-A279-5813-D097-D02933C77A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5" name="TextBox 11">
            <a:extLst>
              <a:ext uri="{FF2B5EF4-FFF2-40B4-BE49-F238E27FC236}">
                <a16:creationId xmlns:a16="http://schemas.microsoft.com/office/drawing/2014/main" id="{008CCFA3-8B5A-4034-8A22-02A803EC12AF}"/>
              </a:ext>
            </a:extLst>
          </p:cNvPr>
          <p:cNvSpPr txBox="1"/>
          <p:nvPr/>
        </p:nvSpPr>
        <p:spPr>
          <a:xfrm>
            <a:off x="3178546" y="5403214"/>
            <a:ext cx="2085443" cy="126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Happiness is </a:t>
            </a:r>
            <a:br>
              <a:rPr lang="en-US" sz="14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4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multi-dimensional and cannot be fully explained by GDP alone.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9E716D-205C-C3AB-96D4-3957D6616752}"/>
              </a:ext>
            </a:extLst>
          </p:cNvPr>
          <p:cNvGrpSpPr/>
          <p:nvPr/>
        </p:nvGrpSpPr>
        <p:grpSpPr>
          <a:xfrm>
            <a:off x="6186145" y="3497126"/>
            <a:ext cx="2609972" cy="3812177"/>
            <a:chOff x="0" y="-38100"/>
            <a:chExt cx="736265" cy="1075403"/>
          </a:xfrm>
        </p:grpSpPr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23121005-AC51-EB5D-BF72-69AC00E0B306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BEC4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4079E92B-A438-430E-08F3-5BEF20DD8DB9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075CA43-51C4-2924-0FC5-DA399391838A}"/>
              </a:ext>
            </a:extLst>
          </p:cNvPr>
          <p:cNvGrpSpPr/>
          <p:nvPr/>
        </p:nvGrpSpPr>
        <p:grpSpPr>
          <a:xfrm>
            <a:off x="6807785" y="2916098"/>
            <a:ext cx="1366693" cy="1366693"/>
            <a:chOff x="0" y="0"/>
            <a:chExt cx="812800" cy="812800"/>
          </a:xfrm>
        </p:grpSpPr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2B5AB6E-6CAC-182A-47A9-053E41AFA0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TextBox 22">
              <a:extLst>
                <a:ext uri="{FF2B5EF4-FFF2-40B4-BE49-F238E27FC236}">
                  <a16:creationId xmlns:a16="http://schemas.microsoft.com/office/drawing/2014/main" id="{01C2C068-9887-56B9-937E-6554001F3A4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0" name="TextBox 23">
            <a:extLst>
              <a:ext uri="{FF2B5EF4-FFF2-40B4-BE49-F238E27FC236}">
                <a16:creationId xmlns:a16="http://schemas.microsoft.com/office/drawing/2014/main" id="{06B26A05-7286-CE0D-86E8-177FFB76906A}"/>
              </a:ext>
            </a:extLst>
          </p:cNvPr>
          <p:cNvSpPr txBox="1"/>
          <p:nvPr/>
        </p:nvSpPr>
        <p:spPr>
          <a:xfrm>
            <a:off x="6448409" y="5350183"/>
            <a:ext cx="2085443" cy="100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Data availability and consistency may vary across countries and years.</a:t>
            </a:r>
            <a:endParaRPr lang="en-US" sz="1400" u="none" strike="noStrike" dirty="0">
              <a:solidFill>
                <a:srgbClr val="1C1C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94EBE2-DE7D-87C1-1ED4-487835CF1D08}"/>
              </a:ext>
            </a:extLst>
          </p:cNvPr>
          <p:cNvGrpSpPr/>
          <p:nvPr/>
        </p:nvGrpSpPr>
        <p:grpSpPr>
          <a:xfrm>
            <a:off x="9435769" y="3497126"/>
            <a:ext cx="2609972" cy="3812177"/>
            <a:chOff x="0" y="-38100"/>
            <a:chExt cx="736265" cy="1075403"/>
          </a:xfrm>
        </p:grpSpPr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36B4B59C-BD96-2F8C-DCA2-73143A353664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FFE8A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TextBox 31">
              <a:extLst>
                <a:ext uri="{FF2B5EF4-FFF2-40B4-BE49-F238E27FC236}">
                  <a16:creationId xmlns:a16="http://schemas.microsoft.com/office/drawing/2014/main" id="{7C355C4C-A2E3-8290-B392-B5AD2F097EFC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661086-BAF5-49DD-B48F-533B25ED9FFA}"/>
              </a:ext>
            </a:extLst>
          </p:cNvPr>
          <p:cNvGrpSpPr/>
          <p:nvPr/>
        </p:nvGrpSpPr>
        <p:grpSpPr>
          <a:xfrm>
            <a:off x="10057409" y="2916098"/>
            <a:ext cx="1366693" cy="1366693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F2288AF6-4CB3-A882-31A7-B75A908244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8C91628F-AD23-F625-87ED-5ED68505014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4" name="TextBox 35">
            <a:extLst>
              <a:ext uri="{FF2B5EF4-FFF2-40B4-BE49-F238E27FC236}">
                <a16:creationId xmlns:a16="http://schemas.microsoft.com/office/drawing/2014/main" id="{9BD0DA7D-67CD-0A25-BD92-FC21BB6F9FBB}"/>
              </a:ext>
            </a:extLst>
          </p:cNvPr>
          <p:cNvSpPr txBox="1"/>
          <p:nvPr/>
        </p:nvSpPr>
        <p:spPr>
          <a:xfrm>
            <a:off x="9698032" y="5403214"/>
            <a:ext cx="2085443" cy="126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The forecast is based on historical trends and may not account for unexpected global events.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125117-EEA7-D7E5-4CA3-4C750B96EFF3}"/>
              </a:ext>
            </a:extLst>
          </p:cNvPr>
          <p:cNvGrpSpPr/>
          <p:nvPr/>
        </p:nvGrpSpPr>
        <p:grpSpPr>
          <a:xfrm>
            <a:off x="12680819" y="3497126"/>
            <a:ext cx="2609972" cy="3812177"/>
            <a:chOff x="0" y="-38100"/>
            <a:chExt cx="736265" cy="1075403"/>
          </a:xfrm>
        </p:grpSpPr>
        <p:sp>
          <p:nvSpPr>
            <p:cNvPr id="29" name="Freeform 42">
              <a:extLst>
                <a:ext uri="{FF2B5EF4-FFF2-40B4-BE49-F238E27FC236}">
                  <a16:creationId xmlns:a16="http://schemas.microsoft.com/office/drawing/2014/main" id="{7506AF57-5C61-0A21-45C9-B1AAB32F1BD9}"/>
                </a:ext>
              </a:extLst>
            </p:cNvPr>
            <p:cNvSpPr/>
            <p:nvPr/>
          </p:nvSpPr>
          <p:spPr>
            <a:xfrm>
              <a:off x="0" y="0"/>
              <a:ext cx="736265" cy="1037303"/>
            </a:xfrm>
            <a:custGeom>
              <a:avLst/>
              <a:gdLst/>
              <a:ahLst/>
              <a:cxnLst/>
              <a:rect l="l" t="t" r="r" b="b"/>
              <a:pathLst>
                <a:path w="736265" h="1037303">
                  <a:moveTo>
                    <a:pt x="106786" y="0"/>
                  </a:moveTo>
                  <a:lnTo>
                    <a:pt x="629479" y="0"/>
                  </a:lnTo>
                  <a:cubicBezTo>
                    <a:pt x="688455" y="0"/>
                    <a:pt x="736265" y="47810"/>
                    <a:pt x="736265" y="106786"/>
                  </a:cubicBezTo>
                  <a:lnTo>
                    <a:pt x="736265" y="930517"/>
                  </a:lnTo>
                  <a:cubicBezTo>
                    <a:pt x="736265" y="958838"/>
                    <a:pt x="725014" y="986000"/>
                    <a:pt x="704988" y="1006026"/>
                  </a:cubicBezTo>
                  <a:cubicBezTo>
                    <a:pt x="684962" y="1026052"/>
                    <a:pt x="657800" y="1037303"/>
                    <a:pt x="629479" y="1037303"/>
                  </a:cubicBezTo>
                  <a:lnTo>
                    <a:pt x="106786" y="1037303"/>
                  </a:lnTo>
                  <a:cubicBezTo>
                    <a:pt x="78465" y="1037303"/>
                    <a:pt x="51303" y="1026052"/>
                    <a:pt x="31277" y="1006026"/>
                  </a:cubicBezTo>
                  <a:cubicBezTo>
                    <a:pt x="11251" y="986000"/>
                    <a:pt x="0" y="958838"/>
                    <a:pt x="0" y="930517"/>
                  </a:cubicBezTo>
                  <a:lnTo>
                    <a:pt x="0" y="106786"/>
                  </a:lnTo>
                  <a:cubicBezTo>
                    <a:pt x="0" y="78465"/>
                    <a:pt x="11251" y="51303"/>
                    <a:pt x="31277" y="31277"/>
                  </a:cubicBezTo>
                  <a:cubicBezTo>
                    <a:pt x="51303" y="11251"/>
                    <a:pt x="78465" y="0"/>
                    <a:pt x="106786" y="0"/>
                  </a:cubicBezTo>
                  <a:close/>
                </a:path>
              </a:pathLst>
            </a:custGeom>
            <a:solidFill>
              <a:srgbClr val="B5EBE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43">
              <a:extLst>
                <a:ext uri="{FF2B5EF4-FFF2-40B4-BE49-F238E27FC236}">
                  <a16:creationId xmlns:a16="http://schemas.microsoft.com/office/drawing/2014/main" id="{30552926-A82A-7635-3310-7087053EE4C4}"/>
                </a:ext>
              </a:extLst>
            </p:cNvPr>
            <p:cNvSpPr txBox="1"/>
            <p:nvPr/>
          </p:nvSpPr>
          <p:spPr>
            <a:xfrm>
              <a:off x="0" y="-38100"/>
              <a:ext cx="736265" cy="1075403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275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EF2900-0D05-AB1D-8F40-FF5B5D227C05}"/>
              </a:ext>
            </a:extLst>
          </p:cNvPr>
          <p:cNvGrpSpPr/>
          <p:nvPr/>
        </p:nvGrpSpPr>
        <p:grpSpPr>
          <a:xfrm>
            <a:off x="13302459" y="2916098"/>
            <a:ext cx="1366693" cy="1366693"/>
            <a:chOff x="0" y="0"/>
            <a:chExt cx="812800" cy="812800"/>
          </a:xfrm>
        </p:grpSpPr>
        <p:sp>
          <p:nvSpPr>
            <p:cNvPr id="27" name="Freeform 45">
              <a:extLst>
                <a:ext uri="{FF2B5EF4-FFF2-40B4-BE49-F238E27FC236}">
                  <a16:creationId xmlns:a16="http://schemas.microsoft.com/office/drawing/2014/main" id="{FD0F4634-CF10-22E2-6488-C14C401FDF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46">
              <a:extLst>
                <a:ext uri="{FF2B5EF4-FFF2-40B4-BE49-F238E27FC236}">
                  <a16:creationId xmlns:a16="http://schemas.microsoft.com/office/drawing/2014/main" id="{EFCF1DBF-D0C4-C57D-B89E-20154231BBF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1438" tIns="71438" rIns="71438" bIns="71438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756"/>
                </a:lnSpc>
              </a:pPr>
              <a:endParaRPr/>
            </a:p>
          </p:txBody>
        </p:sp>
      </p:grpSp>
      <p:sp>
        <p:nvSpPr>
          <p:cNvPr id="18" name="TextBox 47">
            <a:extLst>
              <a:ext uri="{FF2B5EF4-FFF2-40B4-BE49-F238E27FC236}">
                <a16:creationId xmlns:a16="http://schemas.microsoft.com/office/drawing/2014/main" id="{E57661B8-917C-B2FA-3B47-3A3DCB001EF5}"/>
              </a:ext>
            </a:extLst>
          </p:cNvPr>
          <p:cNvSpPr txBox="1"/>
          <p:nvPr/>
        </p:nvSpPr>
        <p:spPr>
          <a:xfrm>
            <a:off x="12943082" y="5350183"/>
            <a:ext cx="2085443" cy="100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1C1C1A"/>
                </a:solidFill>
                <a:latin typeface="Montserrat"/>
                <a:ea typeface="Montserrat"/>
                <a:cs typeface="Montserrat"/>
                <a:sym typeface="Montserrat"/>
              </a:rPr>
              <a:t>Some visuals (e.g. map) were limited due to configuration restraints.</a:t>
            </a:r>
          </a:p>
        </p:txBody>
      </p:sp>
      <p:sp>
        <p:nvSpPr>
          <p:cNvPr id="19" name="TextBox 59">
            <a:extLst>
              <a:ext uri="{FF2B5EF4-FFF2-40B4-BE49-F238E27FC236}">
                <a16:creationId xmlns:a16="http://schemas.microsoft.com/office/drawing/2014/main" id="{DE2E2BB4-928A-CAD7-F169-6463B00B770E}"/>
              </a:ext>
            </a:extLst>
          </p:cNvPr>
          <p:cNvSpPr txBox="1"/>
          <p:nvPr/>
        </p:nvSpPr>
        <p:spPr>
          <a:xfrm>
            <a:off x="3759232" y="3221626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20" name="TextBox 60">
            <a:extLst>
              <a:ext uri="{FF2B5EF4-FFF2-40B4-BE49-F238E27FC236}">
                <a16:creationId xmlns:a16="http://schemas.microsoft.com/office/drawing/2014/main" id="{B80D5CEB-55F9-9BB3-7AA6-0D732C5BB930}"/>
              </a:ext>
            </a:extLst>
          </p:cNvPr>
          <p:cNvSpPr txBox="1"/>
          <p:nvPr/>
        </p:nvSpPr>
        <p:spPr>
          <a:xfrm>
            <a:off x="7029095" y="3221626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21" name="TextBox 61">
            <a:extLst>
              <a:ext uri="{FF2B5EF4-FFF2-40B4-BE49-F238E27FC236}">
                <a16:creationId xmlns:a16="http://schemas.microsoft.com/office/drawing/2014/main" id="{7247614E-A2E2-996F-E6BE-848E5B69DFD1}"/>
              </a:ext>
            </a:extLst>
          </p:cNvPr>
          <p:cNvSpPr txBox="1"/>
          <p:nvPr/>
        </p:nvSpPr>
        <p:spPr>
          <a:xfrm>
            <a:off x="10278718" y="3221626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22" name="TextBox 62">
            <a:extLst>
              <a:ext uri="{FF2B5EF4-FFF2-40B4-BE49-F238E27FC236}">
                <a16:creationId xmlns:a16="http://schemas.microsoft.com/office/drawing/2014/main" id="{F3214506-8216-2D48-B422-EC4F1880E10E}"/>
              </a:ext>
            </a:extLst>
          </p:cNvPr>
          <p:cNvSpPr txBox="1"/>
          <p:nvPr/>
        </p:nvSpPr>
        <p:spPr>
          <a:xfrm>
            <a:off x="13523768" y="3221626"/>
            <a:ext cx="924073" cy="671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5529"/>
              </a:lnSpc>
            </a:pPr>
            <a:r>
              <a:rPr lang="en-US" sz="3949" b="1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23" name="TextBox 85">
            <a:extLst>
              <a:ext uri="{FF2B5EF4-FFF2-40B4-BE49-F238E27FC236}">
                <a16:creationId xmlns:a16="http://schemas.microsoft.com/office/drawing/2014/main" id="{EAAB5EAB-97C9-5841-C74F-E5DC03016D5E}"/>
              </a:ext>
            </a:extLst>
          </p:cNvPr>
          <p:cNvSpPr txBox="1"/>
          <p:nvPr/>
        </p:nvSpPr>
        <p:spPr>
          <a:xfrm>
            <a:off x="3220687" y="4531384"/>
            <a:ext cx="2001165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Complexity</a:t>
            </a:r>
          </a:p>
        </p:txBody>
      </p:sp>
      <p:sp>
        <p:nvSpPr>
          <p:cNvPr id="24" name="TextBox 86">
            <a:extLst>
              <a:ext uri="{FF2B5EF4-FFF2-40B4-BE49-F238E27FC236}">
                <a16:creationId xmlns:a16="http://schemas.microsoft.com/office/drawing/2014/main" id="{9E14C7CB-A6BA-6F21-609B-CF4BCF2106C4}"/>
              </a:ext>
            </a:extLst>
          </p:cNvPr>
          <p:cNvSpPr txBox="1"/>
          <p:nvPr/>
        </p:nvSpPr>
        <p:spPr>
          <a:xfrm>
            <a:off x="6490549" y="4531384"/>
            <a:ext cx="2001165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Gaps in </a:t>
            </a:r>
            <a:b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</a:b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</a:t>
            </a:r>
          </a:p>
        </p:txBody>
      </p:sp>
      <p:sp>
        <p:nvSpPr>
          <p:cNvPr id="25" name="TextBox 87">
            <a:extLst>
              <a:ext uri="{FF2B5EF4-FFF2-40B4-BE49-F238E27FC236}">
                <a16:creationId xmlns:a16="http://schemas.microsoft.com/office/drawing/2014/main" id="{D467F0BB-66F2-4675-CA41-F3E1E933B9E9}"/>
              </a:ext>
            </a:extLst>
          </p:cNvPr>
          <p:cNvSpPr txBox="1"/>
          <p:nvPr/>
        </p:nvSpPr>
        <p:spPr>
          <a:xfrm>
            <a:off x="9740173" y="4531384"/>
            <a:ext cx="2001165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Forecast Uncertainty</a:t>
            </a:r>
          </a:p>
        </p:txBody>
      </p:sp>
      <p:sp>
        <p:nvSpPr>
          <p:cNvPr id="26" name="TextBox 88">
            <a:extLst>
              <a:ext uri="{FF2B5EF4-FFF2-40B4-BE49-F238E27FC236}">
                <a16:creationId xmlns:a16="http://schemas.microsoft.com/office/drawing/2014/main" id="{FAB0EE36-BF1B-69CA-640C-A18210C0A17E}"/>
              </a:ext>
            </a:extLst>
          </p:cNvPr>
          <p:cNvSpPr txBox="1"/>
          <p:nvPr/>
        </p:nvSpPr>
        <p:spPr>
          <a:xfrm>
            <a:off x="12985222" y="4531384"/>
            <a:ext cx="2001165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 dirty="0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Visual Constraints</a:t>
            </a:r>
          </a:p>
        </p:txBody>
      </p:sp>
    </p:spTree>
    <p:extLst>
      <p:ext uri="{BB962C8B-B14F-4D97-AF65-F5344CB8AC3E}">
        <p14:creationId xmlns:p14="http://schemas.microsoft.com/office/powerpoint/2010/main" val="2888056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F52EF-B4E4-81EF-19FF-45F06B32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6">
            <a:extLst>
              <a:ext uri="{FF2B5EF4-FFF2-40B4-BE49-F238E27FC236}">
                <a16:creationId xmlns:a16="http://schemas.microsoft.com/office/drawing/2014/main" id="{97390866-CC18-0134-5B81-196B491B6AEB}"/>
              </a:ext>
            </a:extLst>
          </p:cNvPr>
          <p:cNvSpPr txBox="1"/>
          <p:nvPr/>
        </p:nvSpPr>
        <p:spPr>
          <a:xfrm>
            <a:off x="3956913" y="679768"/>
            <a:ext cx="1037417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Future Considerations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4C597CF-73BF-9BD9-E9C2-8202B62F88B6}"/>
              </a:ext>
            </a:extLst>
          </p:cNvPr>
          <p:cNvGrpSpPr/>
          <p:nvPr/>
        </p:nvGrpSpPr>
        <p:grpSpPr>
          <a:xfrm>
            <a:off x="-1117600" y="4648077"/>
            <a:ext cx="5400000" cy="1134050"/>
            <a:chOff x="25817" y="-38100"/>
            <a:chExt cx="878194" cy="581820"/>
          </a:xfrm>
        </p:grpSpPr>
        <p:sp>
          <p:nvSpPr>
            <p:cNvPr id="113" name="Freeform 9">
              <a:extLst>
                <a:ext uri="{FF2B5EF4-FFF2-40B4-BE49-F238E27FC236}">
                  <a16:creationId xmlns:a16="http://schemas.microsoft.com/office/drawing/2014/main" id="{64888FDF-BF4E-7D9E-9E36-44C8C427B7EF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27A1D8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14" name="TextBox 10">
              <a:extLst>
                <a:ext uri="{FF2B5EF4-FFF2-40B4-BE49-F238E27FC236}">
                  <a16:creationId xmlns:a16="http://schemas.microsoft.com/office/drawing/2014/main" id="{1F74C853-AF2B-CCAE-031E-CCB3C38E980E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6" name="TextBox 14">
            <a:extLst>
              <a:ext uri="{FF2B5EF4-FFF2-40B4-BE49-F238E27FC236}">
                <a16:creationId xmlns:a16="http://schemas.microsoft.com/office/drawing/2014/main" id="{32D032A0-4F3F-4D52-BDCC-F13822C5500A}"/>
              </a:ext>
            </a:extLst>
          </p:cNvPr>
          <p:cNvSpPr txBox="1"/>
          <p:nvPr/>
        </p:nvSpPr>
        <p:spPr>
          <a:xfrm>
            <a:off x="367120" y="4838488"/>
            <a:ext cx="724554" cy="77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4587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6FDCC8-90E2-E791-3669-4BAA0EA78A01}"/>
              </a:ext>
            </a:extLst>
          </p:cNvPr>
          <p:cNvGrpSpPr/>
          <p:nvPr/>
        </p:nvGrpSpPr>
        <p:grpSpPr>
          <a:xfrm>
            <a:off x="4107000" y="4648077"/>
            <a:ext cx="5400000" cy="1134050"/>
            <a:chOff x="25817" y="-38100"/>
            <a:chExt cx="878194" cy="581820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EB49CE98-B8D9-FEFF-BDFC-F364B91F7D09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E46671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TextBox 10">
              <a:extLst>
                <a:ext uri="{FF2B5EF4-FFF2-40B4-BE49-F238E27FC236}">
                  <a16:creationId xmlns:a16="http://schemas.microsoft.com/office/drawing/2014/main" id="{EF05D7D0-32FB-32CF-1FD4-1439DB9E01E4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124C91-1C17-5181-4F09-0F5ED388852A}"/>
              </a:ext>
            </a:extLst>
          </p:cNvPr>
          <p:cNvGrpSpPr/>
          <p:nvPr/>
        </p:nvGrpSpPr>
        <p:grpSpPr>
          <a:xfrm>
            <a:off x="9331600" y="4648077"/>
            <a:ext cx="5400000" cy="1134050"/>
            <a:chOff x="25817" y="-38100"/>
            <a:chExt cx="878194" cy="581820"/>
          </a:xfrm>
        </p:grpSpPr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1F539E3D-B0A0-8B31-2DE1-9009CF31DCE2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F4AD1A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729818FB-1A2D-B5E4-25B5-79497A4C4A7A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7751381-0F1A-7568-3106-161A7480E0D4}"/>
              </a:ext>
            </a:extLst>
          </p:cNvPr>
          <p:cNvGrpSpPr/>
          <p:nvPr/>
        </p:nvGrpSpPr>
        <p:grpSpPr>
          <a:xfrm>
            <a:off x="14556199" y="4648077"/>
            <a:ext cx="5400000" cy="1134050"/>
            <a:chOff x="25817" y="-38100"/>
            <a:chExt cx="878194" cy="581820"/>
          </a:xfrm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CD696F9E-0A4F-F6A6-6392-7EC2BA35AD5D}"/>
                </a:ext>
              </a:extLst>
            </p:cNvPr>
            <p:cNvSpPr/>
            <p:nvPr/>
          </p:nvSpPr>
          <p:spPr>
            <a:xfrm>
              <a:off x="25817" y="0"/>
              <a:ext cx="878194" cy="543720"/>
            </a:xfrm>
            <a:custGeom>
              <a:avLst/>
              <a:gdLst/>
              <a:ahLst/>
              <a:cxnLst/>
              <a:rect l="l" t="t" r="r" b="b"/>
              <a:pathLst>
                <a:path w="878194" h="543720">
                  <a:moveTo>
                    <a:pt x="25923" y="0"/>
                  </a:moveTo>
                  <a:lnTo>
                    <a:pt x="640454" y="0"/>
                  </a:lnTo>
                  <a:cubicBezTo>
                    <a:pt x="673018" y="0"/>
                    <a:pt x="703674" y="15360"/>
                    <a:pt x="723170" y="41443"/>
                  </a:cubicBezTo>
                  <a:lnTo>
                    <a:pt x="864418" y="230417"/>
                  </a:lnTo>
                  <a:cubicBezTo>
                    <a:pt x="882786" y="254993"/>
                    <a:pt x="882786" y="288728"/>
                    <a:pt x="864418" y="313303"/>
                  </a:cubicBezTo>
                  <a:lnTo>
                    <a:pt x="723170" y="502278"/>
                  </a:lnTo>
                  <a:cubicBezTo>
                    <a:pt x="703674" y="528361"/>
                    <a:pt x="673018" y="543720"/>
                    <a:pt x="640454" y="543720"/>
                  </a:cubicBezTo>
                  <a:lnTo>
                    <a:pt x="25923" y="543720"/>
                  </a:lnTo>
                  <a:cubicBezTo>
                    <a:pt x="16112" y="543720"/>
                    <a:pt x="7141" y="538181"/>
                    <a:pt x="2746" y="529409"/>
                  </a:cubicBezTo>
                  <a:cubicBezTo>
                    <a:pt x="-1649" y="520638"/>
                    <a:pt x="-715" y="510136"/>
                    <a:pt x="5159" y="502278"/>
                  </a:cubicBezTo>
                  <a:lnTo>
                    <a:pt x="146407" y="313303"/>
                  </a:lnTo>
                  <a:cubicBezTo>
                    <a:pt x="164776" y="288728"/>
                    <a:pt x="164776" y="254993"/>
                    <a:pt x="146407" y="230417"/>
                  </a:cubicBezTo>
                  <a:lnTo>
                    <a:pt x="5159" y="41443"/>
                  </a:lnTo>
                  <a:cubicBezTo>
                    <a:pt x="-715" y="33584"/>
                    <a:pt x="-1649" y="23083"/>
                    <a:pt x="2746" y="14311"/>
                  </a:cubicBezTo>
                  <a:cubicBezTo>
                    <a:pt x="7141" y="5539"/>
                    <a:pt x="16112" y="0"/>
                    <a:pt x="25923" y="0"/>
                  </a:cubicBezTo>
                  <a:close/>
                </a:path>
              </a:pathLst>
            </a:custGeom>
            <a:solidFill>
              <a:srgbClr val="38AEB6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2F186D20-8D70-0A83-64D6-4042FEAFDAA4}"/>
                </a:ext>
              </a:extLst>
            </p:cNvPr>
            <p:cNvSpPr txBox="1"/>
            <p:nvPr/>
          </p:nvSpPr>
          <p:spPr>
            <a:xfrm>
              <a:off x="177800" y="-38100"/>
              <a:ext cx="667211" cy="58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1" name="TextBox 14">
            <a:extLst>
              <a:ext uri="{FF2B5EF4-FFF2-40B4-BE49-F238E27FC236}">
                <a16:creationId xmlns:a16="http://schemas.microsoft.com/office/drawing/2014/main" id="{8C187094-2C55-86C6-3760-EEB44DCEDDB5}"/>
              </a:ext>
            </a:extLst>
          </p:cNvPr>
          <p:cNvSpPr txBox="1"/>
          <p:nvPr/>
        </p:nvSpPr>
        <p:spPr>
          <a:xfrm>
            <a:off x="5404330" y="4838488"/>
            <a:ext cx="911944" cy="760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4587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59C1949F-6C28-9716-2A07-0169914FA5DA}"/>
              </a:ext>
            </a:extLst>
          </p:cNvPr>
          <p:cNvSpPr txBox="1"/>
          <p:nvPr/>
        </p:nvSpPr>
        <p:spPr>
          <a:xfrm>
            <a:off x="10628930" y="4838488"/>
            <a:ext cx="1048408" cy="778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4587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7B992832-C071-0D2B-01D9-245420BE7DB0}"/>
              </a:ext>
            </a:extLst>
          </p:cNvPr>
          <p:cNvSpPr txBox="1"/>
          <p:nvPr/>
        </p:nvSpPr>
        <p:spPr>
          <a:xfrm>
            <a:off x="15853529" y="4838488"/>
            <a:ext cx="890483" cy="778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6422"/>
              </a:lnSpc>
            </a:pPr>
            <a:r>
              <a:rPr lang="en-US" sz="4587" b="1" spc="192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id="44" name="TextBox 61">
            <a:extLst>
              <a:ext uri="{FF2B5EF4-FFF2-40B4-BE49-F238E27FC236}">
                <a16:creationId xmlns:a16="http://schemas.microsoft.com/office/drawing/2014/main" id="{8D768975-6BDB-DC47-D9A3-C3B12C787746}"/>
              </a:ext>
            </a:extLst>
          </p:cNvPr>
          <p:cNvSpPr txBox="1"/>
          <p:nvPr/>
        </p:nvSpPr>
        <p:spPr>
          <a:xfrm>
            <a:off x="622510" y="6918486"/>
            <a:ext cx="2349809" cy="90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Incorporate additional variables into our analysis such as health, education, and social support.</a:t>
            </a:r>
          </a:p>
        </p:txBody>
      </p:sp>
      <p:sp>
        <p:nvSpPr>
          <p:cNvPr id="45" name="TextBox 62">
            <a:extLst>
              <a:ext uri="{FF2B5EF4-FFF2-40B4-BE49-F238E27FC236}">
                <a16:creationId xmlns:a16="http://schemas.microsoft.com/office/drawing/2014/main" id="{0C2017E7-63E8-2345-1E83-DB34823EDEE2}"/>
              </a:ext>
            </a:extLst>
          </p:cNvPr>
          <p:cNvSpPr txBox="1"/>
          <p:nvPr/>
        </p:nvSpPr>
        <p:spPr>
          <a:xfrm>
            <a:off x="606789" y="6534321"/>
            <a:ext cx="2381250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7"/>
              </a:lnSpc>
            </a:pPr>
            <a:r>
              <a:rPr lang="en-US" sz="19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Broaden Variables</a:t>
            </a:r>
          </a:p>
        </p:txBody>
      </p:sp>
      <p:sp>
        <p:nvSpPr>
          <p:cNvPr id="46" name="TextBox 61">
            <a:extLst>
              <a:ext uri="{FF2B5EF4-FFF2-40B4-BE49-F238E27FC236}">
                <a16:creationId xmlns:a16="http://schemas.microsoft.com/office/drawing/2014/main" id="{38E163BC-3CF1-0D49-34B3-FD0A65C6211C}"/>
              </a:ext>
            </a:extLst>
          </p:cNvPr>
          <p:cNvSpPr txBox="1"/>
          <p:nvPr/>
        </p:nvSpPr>
        <p:spPr>
          <a:xfrm>
            <a:off x="10644651" y="6918486"/>
            <a:ext cx="2349809" cy="44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 user-driven filters for deeper drill-down analysis.</a:t>
            </a:r>
          </a:p>
        </p:txBody>
      </p:sp>
      <p:sp>
        <p:nvSpPr>
          <p:cNvPr id="47" name="TextBox 62">
            <a:extLst>
              <a:ext uri="{FF2B5EF4-FFF2-40B4-BE49-F238E27FC236}">
                <a16:creationId xmlns:a16="http://schemas.microsoft.com/office/drawing/2014/main" id="{E00300AE-1719-7834-6439-F8BA764BD47E}"/>
              </a:ext>
            </a:extLst>
          </p:cNvPr>
          <p:cNvSpPr txBox="1"/>
          <p:nvPr/>
        </p:nvSpPr>
        <p:spPr>
          <a:xfrm>
            <a:off x="10628930" y="6534321"/>
            <a:ext cx="2381250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7"/>
              </a:lnSpc>
            </a:pPr>
            <a:r>
              <a:rPr lang="en-US" sz="19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Filters</a:t>
            </a:r>
          </a:p>
        </p:txBody>
      </p:sp>
      <p:sp>
        <p:nvSpPr>
          <p:cNvPr id="48" name="TextBox 61">
            <a:extLst>
              <a:ext uri="{FF2B5EF4-FFF2-40B4-BE49-F238E27FC236}">
                <a16:creationId xmlns:a16="http://schemas.microsoft.com/office/drawing/2014/main" id="{7BF395CF-F5F3-42A0-E2A4-907C9EF49CE9}"/>
              </a:ext>
            </a:extLst>
          </p:cNvPr>
          <p:cNvSpPr txBox="1"/>
          <p:nvPr/>
        </p:nvSpPr>
        <p:spPr>
          <a:xfrm>
            <a:off x="5405060" y="3198327"/>
            <a:ext cx="2349809" cy="67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 forecasting models by using more advanced techniques.</a:t>
            </a:r>
          </a:p>
        </p:txBody>
      </p:sp>
      <p:sp>
        <p:nvSpPr>
          <p:cNvPr id="49" name="TextBox 62">
            <a:extLst>
              <a:ext uri="{FF2B5EF4-FFF2-40B4-BE49-F238E27FC236}">
                <a16:creationId xmlns:a16="http://schemas.microsoft.com/office/drawing/2014/main" id="{7A72F9A8-FADC-6127-7C91-454FDDCCE6D3}"/>
              </a:ext>
            </a:extLst>
          </p:cNvPr>
          <p:cNvSpPr txBox="1"/>
          <p:nvPr/>
        </p:nvSpPr>
        <p:spPr>
          <a:xfrm>
            <a:off x="5041541" y="2848699"/>
            <a:ext cx="2993187" cy="291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7"/>
              </a:lnSpc>
            </a:pPr>
            <a:r>
              <a:rPr lang="en-US" sz="19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Forecasting</a:t>
            </a:r>
          </a:p>
        </p:txBody>
      </p:sp>
      <p:sp>
        <p:nvSpPr>
          <p:cNvPr id="50" name="TextBox 61">
            <a:extLst>
              <a:ext uri="{FF2B5EF4-FFF2-40B4-BE49-F238E27FC236}">
                <a16:creationId xmlns:a16="http://schemas.microsoft.com/office/drawing/2014/main" id="{7DF13B61-9F4A-2E40-8907-BE9BA8B84140}"/>
              </a:ext>
            </a:extLst>
          </p:cNvPr>
          <p:cNvSpPr txBox="1"/>
          <p:nvPr/>
        </p:nvSpPr>
        <p:spPr>
          <a:xfrm>
            <a:off x="15506461" y="3232864"/>
            <a:ext cx="2349809" cy="44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6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Include more recent data for improve relevance.</a:t>
            </a:r>
          </a:p>
        </p:txBody>
      </p:sp>
      <p:sp>
        <p:nvSpPr>
          <p:cNvPr id="51" name="TextBox 62">
            <a:extLst>
              <a:ext uri="{FF2B5EF4-FFF2-40B4-BE49-F238E27FC236}">
                <a16:creationId xmlns:a16="http://schemas.microsoft.com/office/drawing/2014/main" id="{16292AE6-B861-CFC5-0E6E-1705EBE49673}"/>
              </a:ext>
            </a:extLst>
          </p:cNvPr>
          <p:cNvSpPr txBox="1"/>
          <p:nvPr/>
        </p:nvSpPr>
        <p:spPr>
          <a:xfrm>
            <a:off x="15490740" y="2848699"/>
            <a:ext cx="2381250" cy="2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7"/>
              </a:lnSpc>
            </a:pPr>
            <a:r>
              <a:rPr lang="en-US" sz="1911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Refresh Data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F24FEE7-EFDA-2C81-96CE-96B3BEEA9287}"/>
              </a:ext>
            </a:extLst>
          </p:cNvPr>
          <p:cNvGrpSpPr/>
          <p:nvPr/>
        </p:nvGrpSpPr>
        <p:grpSpPr>
          <a:xfrm rot="6897872">
            <a:off x="6780986" y="8484917"/>
            <a:ext cx="4726025" cy="4924417"/>
            <a:chOff x="15011400" y="-495841"/>
            <a:chExt cx="3841146" cy="3977524"/>
          </a:xfrm>
        </p:grpSpPr>
        <p:grpSp>
          <p:nvGrpSpPr>
            <p:cNvPr id="58" name="Group 74">
              <a:extLst>
                <a:ext uri="{FF2B5EF4-FFF2-40B4-BE49-F238E27FC236}">
                  <a16:creationId xmlns:a16="http://schemas.microsoft.com/office/drawing/2014/main" id="{8B7550E6-DD80-B855-DECF-04A7B97E4AC9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73" name="Freeform 75">
                <a:extLst>
                  <a:ext uri="{FF2B5EF4-FFF2-40B4-BE49-F238E27FC236}">
                    <a16:creationId xmlns:a16="http://schemas.microsoft.com/office/drawing/2014/main" id="{37A04612-87DF-3B6F-5F4F-2E0E4C2B59D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TextBox 76">
                <a:extLst>
                  <a:ext uri="{FF2B5EF4-FFF2-40B4-BE49-F238E27FC236}">
                    <a16:creationId xmlns:a16="http://schemas.microsoft.com/office/drawing/2014/main" id="{6A82BDD4-4D39-8615-215D-D1610C60D08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9" name="TextBox 79">
              <a:extLst>
                <a:ext uri="{FF2B5EF4-FFF2-40B4-BE49-F238E27FC236}">
                  <a16:creationId xmlns:a16="http://schemas.microsoft.com/office/drawing/2014/main" id="{4B263025-57E1-7517-BE1B-9AB3DB12A25A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60" name="TextBox 82">
              <a:extLst>
                <a:ext uri="{FF2B5EF4-FFF2-40B4-BE49-F238E27FC236}">
                  <a16:creationId xmlns:a16="http://schemas.microsoft.com/office/drawing/2014/main" id="{C1E740F8-CB26-6D21-5EB3-08B5828E56CE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61" name="Group 83">
              <a:extLst>
                <a:ext uri="{FF2B5EF4-FFF2-40B4-BE49-F238E27FC236}">
                  <a16:creationId xmlns:a16="http://schemas.microsoft.com/office/drawing/2014/main" id="{495A8A6A-756B-EAEC-C9CA-AEB23BA6D1C0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71" name="Freeform 84">
                <a:extLst>
                  <a:ext uri="{FF2B5EF4-FFF2-40B4-BE49-F238E27FC236}">
                    <a16:creationId xmlns:a16="http://schemas.microsoft.com/office/drawing/2014/main" id="{8189E407-B5C3-EDAB-72AE-9C9B219AE7AA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2" name="TextBox 85">
                <a:extLst>
                  <a:ext uri="{FF2B5EF4-FFF2-40B4-BE49-F238E27FC236}">
                    <a16:creationId xmlns:a16="http://schemas.microsoft.com/office/drawing/2014/main" id="{9CEA4909-F146-A2E2-C00E-6E289821211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62" name="Group 86">
              <a:extLst>
                <a:ext uri="{FF2B5EF4-FFF2-40B4-BE49-F238E27FC236}">
                  <a16:creationId xmlns:a16="http://schemas.microsoft.com/office/drawing/2014/main" id="{F2C73D97-53C9-FAAC-1CF5-2B2C471929F8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69" name="Freeform 87">
                <a:extLst>
                  <a:ext uri="{FF2B5EF4-FFF2-40B4-BE49-F238E27FC236}">
                    <a16:creationId xmlns:a16="http://schemas.microsoft.com/office/drawing/2014/main" id="{92A4DD50-33AA-88AE-509D-61EB452004F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TextBox 88">
                <a:extLst>
                  <a:ext uri="{FF2B5EF4-FFF2-40B4-BE49-F238E27FC236}">
                    <a16:creationId xmlns:a16="http://schemas.microsoft.com/office/drawing/2014/main" id="{C7073AF8-92B8-DC79-86C3-F825CD22ACAE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63" name="TextBox 91">
              <a:extLst>
                <a:ext uri="{FF2B5EF4-FFF2-40B4-BE49-F238E27FC236}">
                  <a16:creationId xmlns:a16="http://schemas.microsoft.com/office/drawing/2014/main" id="{FE2AA380-71B8-CAE9-5D69-518FE3C485C4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64" name="Group 92">
              <a:extLst>
                <a:ext uri="{FF2B5EF4-FFF2-40B4-BE49-F238E27FC236}">
                  <a16:creationId xmlns:a16="http://schemas.microsoft.com/office/drawing/2014/main" id="{6BBFA391-1803-4509-AD4A-615294AFC4F3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67" name="Freeform 93">
                <a:extLst>
                  <a:ext uri="{FF2B5EF4-FFF2-40B4-BE49-F238E27FC236}">
                    <a16:creationId xmlns:a16="http://schemas.microsoft.com/office/drawing/2014/main" id="{74B2DE36-E348-6517-B4E5-2A10BA12B7F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8" name="TextBox 94">
                <a:extLst>
                  <a:ext uri="{FF2B5EF4-FFF2-40B4-BE49-F238E27FC236}">
                    <a16:creationId xmlns:a16="http://schemas.microsoft.com/office/drawing/2014/main" id="{5664A657-0F4B-A3A5-C4EA-53D55F133D3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65" name="TextBox 97">
              <a:extLst>
                <a:ext uri="{FF2B5EF4-FFF2-40B4-BE49-F238E27FC236}">
                  <a16:creationId xmlns:a16="http://schemas.microsoft.com/office/drawing/2014/main" id="{DD089AC6-6A5B-FEB2-B036-C31B4C693ADD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66" name="TextBox 100">
              <a:extLst>
                <a:ext uri="{FF2B5EF4-FFF2-40B4-BE49-F238E27FC236}">
                  <a16:creationId xmlns:a16="http://schemas.microsoft.com/office/drawing/2014/main" id="{403C81BD-85FC-C630-221E-2F9BA974CB88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5477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8BF04-C4AA-AF0E-B511-8E40B18E5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>
            <a:extLst>
              <a:ext uri="{FF2B5EF4-FFF2-40B4-BE49-F238E27FC236}">
                <a16:creationId xmlns:a16="http://schemas.microsoft.com/office/drawing/2014/main" id="{0584C6F9-6150-BDD7-FC27-B3B5A4D1E1D4}"/>
              </a:ext>
            </a:extLst>
          </p:cNvPr>
          <p:cNvSpPr txBox="1"/>
          <p:nvPr/>
        </p:nvSpPr>
        <p:spPr>
          <a:xfrm>
            <a:off x="5620978" y="679768"/>
            <a:ext cx="7046045" cy="76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5499" b="1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Credits</a:t>
            </a:r>
          </a:p>
        </p:txBody>
      </p:sp>
      <p:sp>
        <p:nvSpPr>
          <p:cNvPr id="2" name="TextBox 56">
            <a:extLst>
              <a:ext uri="{FF2B5EF4-FFF2-40B4-BE49-F238E27FC236}">
                <a16:creationId xmlns:a16="http://schemas.microsoft.com/office/drawing/2014/main" id="{65A10B09-7DC7-A313-70F9-1EBA63C19793}"/>
              </a:ext>
            </a:extLst>
          </p:cNvPr>
          <p:cNvSpPr txBox="1"/>
          <p:nvPr/>
        </p:nvSpPr>
        <p:spPr>
          <a:xfrm>
            <a:off x="1219200" y="2095500"/>
            <a:ext cx="10374173" cy="6612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29"/>
              </a:lnSpc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Slideshow Materials: </a:t>
            </a: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Yadira</a:t>
            </a:r>
            <a:endParaRPr lang="en-US" sz="3300" b="1" dirty="0">
              <a:solidFill>
                <a:srgbClr val="233D8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marL="0" lvl="0" indent="0">
              <a:lnSpc>
                <a:spcPts val="5829"/>
              </a:lnSpc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Logo Icon: </a:t>
            </a: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Designmantic.com</a:t>
            </a:r>
            <a:endParaRPr lang="en-US" sz="3300" b="1" dirty="0">
              <a:solidFill>
                <a:srgbClr val="233D8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marL="0" lvl="0" indent="0">
              <a:lnSpc>
                <a:spcPts val="5829"/>
              </a:lnSpc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Dataset: </a:t>
            </a: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World Bank </a:t>
            </a:r>
            <a:r>
              <a:rPr lang="en-US" sz="3300" b="1" dirty="0" err="1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DataBank</a:t>
            </a:r>
            <a:endParaRPr lang="en-US" sz="3300" b="1" dirty="0">
              <a:solidFill>
                <a:srgbClr val="233D80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marL="0" lvl="0" indent="0">
              <a:lnSpc>
                <a:spcPts val="5829"/>
              </a:lnSpc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Team Members: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***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***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Jimmy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***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***</a:t>
            </a:r>
          </a:p>
        </p:txBody>
      </p:sp>
      <p:sp>
        <p:nvSpPr>
          <p:cNvPr id="3" name="TextBox 56">
            <a:extLst>
              <a:ext uri="{FF2B5EF4-FFF2-40B4-BE49-F238E27FC236}">
                <a16:creationId xmlns:a16="http://schemas.microsoft.com/office/drawing/2014/main" id="{E1C14010-DAFF-C087-39B0-2D4636321514}"/>
              </a:ext>
            </a:extLst>
          </p:cNvPr>
          <p:cNvSpPr txBox="1"/>
          <p:nvPr/>
        </p:nvSpPr>
        <p:spPr>
          <a:xfrm>
            <a:off x="10471970" y="4326880"/>
            <a:ext cx="5344973" cy="2150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829"/>
              </a:lnSpc>
            </a:pPr>
            <a:r>
              <a:rPr 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Honorary Members: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***</a:t>
            </a:r>
          </a:p>
          <a:p>
            <a:pPr marL="457200" lvl="0" indent="-457200">
              <a:lnSpc>
                <a:spcPts val="5829"/>
              </a:lnSpc>
              <a:buFont typeface="Courier New" panose="02070309020205020404" pitchFamily="49" charset="0"/>
              <a:buChar char="o"/>
            </a:pPr>
            <a:r>
              <a:rPr lang="en-US" sz="3300" b="1" dirty="0">
                <a:solidFill>
                  <a:srgbClr val="233D8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ChatGPT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676875-3624-2420-2468-A540FBEB5265}"/>
              </a:ext>
            </a:extLst>
          </p:cNvPr>
          <p:cNvCxnSpPr/>
          <p:nvPr/>
        </p:nvCxnSpPr>
        <p:spPr>
          <a:xfrm>
            <a:off x="9311382" y="4519115"/>
            <a:ext cx="0" cy="3829786"/>
          </a:xfrm>
          <a:prstGeom prst="line">
            <a:avLst/>
          </a:prstGeom>
          <a:ln w="57150" cap="rnd">
            <a:solidFill>
              <a:srgbClr val="8D919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6AD3871-8283-8626-E168-97085A42488B}"/>
              </a:ext>
            </a:extLst>
          </p:cNvPr>
          <p:cNvGrpSpPr/>
          <p:nvPr/>
        </p:nvGrpSpPr>
        <p:grpSpPr>
          <a:xfrm rot="7019262">
            <a:off x="6933386" y="8689192"/>
            <a:ext cx="4726025" cy="4924417"/>
            <a:chOff x="15011400" y="-495841"/>
            <a:chExt cx="3841146" cy="3977524"/>
          </a:xfrm>
        </p:grpSpPr>
        <p:grpSp>
          <p:nvGrpSpPr>
            <p:cNvPr id="7" name="Group 74">
              <a:extLst>
                <a:ext uri="{FF2B5EF4-FFF2-40B4-BE49-F238E27FC236}">
                  <a16:creationId xmlns:a16="http://schemas.microsoft.com/office/drawing/2014/main" id="{22BB9F40-6A5D-3BE8-2A38-5340D37004E5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22" name="Freeform 75">
                <a:extLst>
                  <a:ext uri="{FF2B5EF4-FFF2-40B4-BE49-F238E27FC236}">
                    <a16:creationId xmlns:a16="http://schemas.microsoft.com/office/drawing/2014/main" id="{D5EA3A25-7BBF-C2B1-6ECF-F2C8CB6BA17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76">
                <a:extLst>
                  <a:ext uri="{FF2B5EF4-FFF2-40B4-BE49-F238E27FC236}">
                    <a16:creationId xmlns:a16="http://schemas.microsoft.com/office/drawing/2014/main" id="{1A4982DA-AB81-1B1B-68C2-0C1E128B4FC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79">
              <a:extLst>
                <a:ext uri="{FF2B5EF4-FFF2-40B4-BE49-F238E27FC236}">
                  <a16:creationId xmlns:a16="http://schemas.microsoft.com/office/drawing/2014/main" id="{84CCAADD-8473-3F2A-75DA-3D0B69EABD5E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9" name="TextBox 82">
              <a:extLst>
                <a:ext uri="{FF2B5EF4-FFF2-40B4-BE49-F238E27FC236}">
                  <a16:creationId xmlns:a16="http://schemas.microsoft.com/office/drawing/2014/main" id="{F459D624-2BB1-F8C6-0CE2-1C10FE6E3AE9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0" name="Group 83">
              <a:extLst>
                <a:ext uri="{FF2B5EF4-FFF2-40B4-BE49-F238E27FC236}">
                  <a16:creationId xmlns:a16="http://schemas.microsoft.com/office/drawing/2014/main" id="{B0130F95-33EB-52C3-83FF-1F4D44F6E46A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20" name="Freeform 84">
                <a:extLst>
                  <a:ext uri="{FF2B5EF4-FFF2-40B4-BE49-F238E27FC236}">
                    <a16:creationId xmlns:a16="http://schemas.microsoft.com/office/drawing/2014/main" id="{F42D95BF-D052-0629-8277-2C648522D2B3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DA70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TextBox 85">
                <a:extLst>
                  <a:ext uri="{FF2B5EF4-FFF2-40B4-BE49-F238E27FC236}">
                    <a16:creationId xmlns:a16="http://schemas.microsoft.com/office/drawing/2014/main" id="{7A995736-7993-529A-40AF-275B461DAD9F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11" name="Group 86">
              <a:extLst>
                <a:ext uri="{FF2B5EF4-FFF2-40B4-BE49-F238E27FC236}">
                  <a16:creationId xmlns:a16="http://schemas.microsoft.com/office/drawing/2014/main" id="{374BD47F-D1E8-B84E-84A3-344B9F16BDA2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18" name="Freeform 87">
                <a:extLst>
                  <a:ext uri="{FF2B5EF4-FFF2-40B4-BE49-F238E27FC236}">
                    <a16:creationId xmlns:a16="http://schemas.microsoft.com/office/drawing/2014/main" id="{8BE3B87E-AA95-2BFF-934A-44C40EC150B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88">
                <a:extLst>
                  <a:ext uri="{FF2B5EF4-FFF2-40B4-BE49-F238E27FC236}">
                    <a16:creationId xmlns:a16="http://schemas.microsoft.com/office/drawing/2014/main" id="{F2986655-044F-89CD-E2DA-521E375BA1C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2" name="TextBox 91">
              <a:extLst>
                <a:ext uri="{FF2B5EF4-FFF2-40B4-BE49-F238E27FC236}">
                  <a16:creationId xmlns:a16="http://schemas.microsoft.com/office/drawing/2014/main" id="{CD9470E8-6BD8-2B2F-8BE6-10D4613C44CA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13" name="Group 92">
              <a:extLst>
                <a:ext uri="{FF2B5EF4-FFF2-40B4-BE49-F238E27FC236}">
                  <a16:creationId xmlns:a16="http://schemas.microsoft.com/office/drawing/2014/main" id="{2AAEAC32-76B2-D39C-39A5-E431E850C1D6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16" name="Freeform 93">
                <a:extLst>
                  <a:ext uri="{FF2B5EF4-FFF2-40B4-BE49-F238E27FC236}">
                    <a16:creationId xmlns:a16="http://schemas.microsoft.com/office/drawing/2014/main" id="{14EBE934-46F8-D0C0-1C9A-A7C2F5228A3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extBox 94">
                <a:extLst>
                  <a:ext uri="{FF2B5EF4-FFF2-40B4-BE49-F238E27FC236}">
                    <a16:creationId xmlns:a16="http://schemas.microsoft.com/office/drawing/2014/main" id="{A2FB6254-5F8F-7595-02F2-FE0AEF96E7D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4" name="TextBox 97">
              <a:extLst>
                <a:ext uri="{FF2B5EF4-FFF2-40B4-BE49-F238E27FC236}">
                  <a16:creationId xmlns:a16="http://schemas.microsoft.com/office/drawing/2014/main" id="{2CE51CE8-28DC-2F61-F818-C230EA6DC219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15" name="TextBox 100">
              <a:extLst>
                <a:ext uri="{FF2B5EF4-FFF2-40B4-BE49-F238E27FC236}">
                  <a16:creationId xmlns:a16="http://schemas.microsoft.com/office/drawing/2014/main" id="{4634D2C1-0535-0571-B0C7-00C2CC49DEF7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03517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C0123-B87C-2EF1-ED6A-3ABA985C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4">
            <a:extLst>
              <a:ext uri="{FF2B5EF4-FFF2-40B4-BE49-F238E27FC236}">
                <a16:creationId xmlns:a16="http://schemas.microsoft.com/office/drawing/2014/main" id="{14DDD144-868F-B091-0338-B12D6545FA61}"/>
              </a:ext>
            </a:extLst>
          </p:cNvPr>
          <p:cNvSpPr/>
          <p:nvPr/>
        </p:nvSpPr>
        <p:spPr>
          <a:xfrm>
            <a:off x="8891261" y="3580250"/>
            <a:ext cx="6589854" cy="1905000"/>
          </a:xfrm>
          <a:custGeom>
            <a:avLst/>
            <a:gdLst/>
            <a:ahLst/>
            <a:cxnLst/>
            <a:rect l="l" t="t" r="r" b="b"/>
            <a:pathLst>
              <a:path w="1703131" h="609600">
                <a:moveTo>
                  <a:pt x="240400" y="0"/>
                </a:moveTo>
                <a:lnTo>
                  <a:pt x="1665930" y="0"/>
                </a:lnTo>
                <a:cubicBezTo>
                  <a:pt x="1677888" y="0"/>
                  <a:pt x="1689117" y="5748"/>
                  <a:pt x="1696108" y="15449"/>
                </a:cubicBezTo>
                <a:cubicBezTo>
                  <a:pt x="1703100" y="25149"/>
                  <a:pt x="1705003" y="37620"/>
                  <a:pt x="1701221" y="48964"/>
                </a:cubicBezTo>
                <a:lnTo>
                  <a:pt x="1530664" y="560636"/>
                </a:lnTo>
                <a:cubicBezTo>
                  <a:pt x="1520917" y="589877"/>
                  <a:pt x="1493553" y="609600"/>
                  <a:pt x="1462730" y="609600"/>
                </a:cubicBezTo>
                <a:lnTo>
                  <a:pt x="37200" y="609600"/>
                </a:lnTo>
                <a:cubicBezTo>
                  <a:pt x="25242" y="609600"/>
                  <a:pt x="14014" y="603852"/>
                  <a:pt x="7022" y="594151"/>
                </a:cubicBezTo>
                <a:cubicBezTo>
                  <a:pt x="30" y="584451"/>
                  <a:pt x="-1872" y="571980"/>
                  <a:pt x="1909" y="560636"/>
                </a:cubicBezTo>
                <a:lnTo>
                  <a:pt x="172467" y="48964"/>
                </a:lnTo>
                <a:cubicBezTo>
                  <a:pt x="182214" y="19723"/>
                  <a:pt x="209578" y="0"/>
                  <a:pt x="240400" y="0"/>
                </a:cubicBezTo>
                <a:close/>
              </a:path>
            </a:pathLst>
          </a:custGeom>
          <a:solidFill>
            <a:srgbClr val="FFE8A3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C8CB8081-6EC5-B8FB-8644-129375002C16}"/>
              </a:ext>
            </a:extLst>
          </p:cNvPr>
          <p:cNvSpPr txBox="1"/>
          <p:nvPr/>
        </p:nvSpPr>
        <p:spPr>
          <a:xfrm>
            <a:off x="6946715" y="3389592"/>
            <a:ext cx="10398639" cy="893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0600" b="1">
                <a:solidFill>
                  <a:schemeClr val="tx1">
                    <a:lumMod val="85000"/>
                    <a:lumOff val="1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THANK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AE9164-2C93-7DB0-C783-933959FBEB82}"/>
              </a:ext>
            </a:extLst>
          </p:cNvPr>
          <p:cNvGrpSpPr/>
          <p:nvPr/>
        </p:nvGrpSpPr>
        <p:grpSpPr>
          <a:xfrm rot="12400782">
            <a:off x="-2878201" y="360298"/>
            <a:ext cx="9000000" cy="9000000"/>
            <a:chOff x="15011400" y="-495841"/>
            <a:chExt cx="3841146" cy="3977524"/>
          </a:xfrm>
        </p:grpSpPr>
        <p:grpSp>
          <p:nvGrpSpPr>
            <p:cNvPr id="22" name="Group 74">
              <a:extLst>
                <a:ext uri="{FF2B5EF4-FFF2-40B4-BE49-F238E27FC236}">
                  <a16:creationId xmlns:a16="http://schemas.microsoft.com/office/drawing/2014/main" id="{0D76C8EB-D76E-320C-3CA6-820D73143717}"/>
                </a:ext>
              </a:extLst>
            </p:cNvPr>
            <p:cNvGrpSpPr/>
            <p:nvPr/>
          </p:nvGrpSpPr>
          <p:grpSpPr>
            <a:xfrm>
              <a:off x="15011400" y="-495300"/>
              <a:ext cx="3841146" cy="3841146"/>
              <a:chOff x="0" y="0"/>
              <a:chExt cx="812800" cy="812800"/>
            </a:xfrm>
          </p:grpSpPr>
          <p:sp>
            <p:nvSpPr>
              <p:cNvPr id="37" name="Freeform 75">
                <a:extLst>
                  <a:ext uri="{FF2B5EF4-FFF2-40B4-BE49-F238E27FC236}">
                    <a16:creationId xmlns:a16="http://schemas.microsoft.com/office/drawing/2014/main" id="{3D2F49FE-8722-AE29-C683-2BFBBB40867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ln w="57150" cap="rnd">
                <a:solidFill>
                  <a:srgbClr val="8D9193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Box 76">
                <a:extLst>
                  <a:ext uri="{FF2B5EF4-FFF2-40B4-BE49-F238E27FC236}">
                    <a16:creationId xmlns:a16="http://schemas.microsoft.com/office/drawing/2014/main" id="{AA03CB5D-3D8C-4A89-F055-172BEC4AA892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79">
              <a:extLst>
                <a:ext uri="{FF2B5EF4-FFF2-40B4-BE49-F238E27FC236}">
                  <a16:creationId xmlns:a16="http://schemas.microsoft.com/office/drawing/2014/main" id="{B73653C6-3ED2-983B-A4DE-E44D10ED81FA}"/>
                </a:ext>
              </a:extLst>
            </p:cNvPr>
            <p:cNvSpPr txBox="1"/>
            <p:nvPr/>
          </p:nvSpPr>
          <p:spPr>
            <a:xfrm>
              <a:off x="16058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68402345-DBA1-054D-AA88-217149623FE7}"/>
                </a:ext>
              </a:extLst>
            </p:cNvPr>
            <p:cNvSpPr txBox="1"/>
            <p:nvPr/>
          </p:nvSpPr>
          <p:spPr>
            <a:xfrm>
              <a:off x="17606357" y="-49584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5" name="Group 83">
              <a:extLst>
                <a:ext uri="{FF2B5EF4-FFF2-40B4-BE49-F238E27FC236}">
                  <a16:creationId xmlns:a16="http://schemas.microsoft.com/office/drawing/2014/main" id="{799CF047-6A61-7B48-9D8A-3EC843A6E44B}"/>
                </a:ext>
              </a:extLst>
            </p:cNvPr>
            <p:cNvGrpSpPr/>
            <p:nvPr/>
          </p:nvGrpSpPr>
          <p:grpSpPr>
            <a:xfrm>
              <a:off x="16058357" y="3011280"/>
              <a:ext cx="657468" cy="470403"/>
              <a:chOff x="76200" y="38100"/>
              <a:chExt cx="1402598" cy="1003527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8265191E-0695-6A0B-ED2D-0222BB042B89}"/>
                  </a:ext>
                </a:extLst>
              </p:cNvPr>
              <p:cNvSpPr/>
              <p:nvPr/>
            </p:nvSpPr>
            <p:spPr>
              <a:xfrm>
                <a:off x="665998" y="228827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A1D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TextBox 85">
                <a:extLst>
                  <a:ext uri="{FF2B5EF4-FFF2-40B4-BE49-F238E27FC236}">
                    <a16:creationId xmlns:a16="http://schemas.microsoft.com/office/drawing/2014/main" id="{5DCCBD99-191E-0155-003A-7269492A611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803C5FEC-0133-1992-7232-D1FFE52CE7A1}"/>
                </a:ext>
              </a:extLst>
            </p:cNvPr>
            <p:cNvGrpSpPr/>
            <p:nvPr/>
          </p:nvGrpSpPr>
          <p:grpSpPr>
            <a:xfrm>
              <a:off x="15032021" y="2128305"/>
              <a:ext cx="381000" cy="381000"/>
              <a:chOff x="0" y="0"/>
              <a:chExt cx="812800" cy="812800"/>
            </a:xfrm>
          </p:grpSpPr>
          <p:sp>
            <p:nvSpPr>
              <p:cNvPr id="33" name="Freeform 87">
                <a:extLst>
                  <a:ext uri="{FF2B5EF4-FFF2-40B4-BE49-F238E27FC236}">
                    <a16:creationId xmlns:a16="http://schemas.microsoft.com/office/drawing/2014/main" id="{57D6ACCC-61E5-538F-CA0E-3198717DCBF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6671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88">
                <a:extLst>
                  <a:ext uri="{FF2B5EF4-FFF2-40B4-BE49-F238E27FC236}">
                    <a16:creationId xmlns:a16="http://schemas.microsoft.com/office/drawing/2014/main" id="{9F02D62D-9112-EAF8-CDA4-2FCCA3715B8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7" name="TextBox 91">
              <a:extLst>
                <a:ext uri="{FF2B5EF4-FFF2-40B4-BE49-F238E27FC236}">
                  <a16:creationId xmlns:a16="http://schemas.microsoft.com/office/drawing/2014/main" id="{1B4E3FE4-6136-54A6-69F2-8C26B02C44E3}"/>
                </a:ext>
              </a:extLst>
            </p:cNvPr>
            <p:cNvSpPr txBox="1"/>
            <p:nvPr/>
          </p:nvSpPr>
          <p:spPr>
            <a:xfrm>
              <a:off x="18434130" y="2146164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grpSp>
          <p:nvGrpSpPr>
            <p:cNvPr id="28" name="Group 92">
              <a:extLst>
                <a:ext uri="{FF2B5EF4-FFF2-40B4-BE49-F238E27FC236}">
                  <a16:creationId xmlns:a16="http://schemas.microsoft.com/office/drawing/2014/main" id="{C3C04366-B185-3850-6D31-BEDC80DF01B8}"/>
                </a:ext>
              </a:extLst>
            </p:cNvPr>
            <p:cNvGrpSpPr/>
            <p:nvPr/>
          </p:nvGrpSpPr>
          <p:grpSpPr>
            <a:xfrm>
              <a:off x="15011400" y="453825"/>
              <a:ext cx="381000" cy="381000"/>
              <a:chOff x="0" y="0"/>
              <a:chExt cx="812800" cy="812800"/>
            </a:xfrm>
          </p:grpSpPr>
          <p:sp>
            <p:nvSpPr>
              <p:cNvPr id="31" name="Freeform 93">
                <a:extLst>
                  <a:ext uri="{FF2B5EF4-FFF2-40B4-BE49-F238E27FC236}">
                    <a16:creationId xmlns:a16="http://schemas.microsoft.com/office/drawing/2014/main" id="{362B9B0A-E26B-A41E-6395-B92DDEE905D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AD1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94">
                <a:extLst>
                  <a:ext uri="{FF2B5EF4-FFF2-40B4-BE49-F238E27FC236}">
                    <a16:creationId xmlns:a16="http://schemas.microsoft.com/office/drawing/2014/main" id="{5865E95C-21A8-BB2B-543A-1044D29CE921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9" name="TextBox 97">
              <a:extLst>
                <a:ext uri="{FF2B5EF4-FFF2-40B4-BE49-F238E27FC236}">
                  <a16:creationId xmlns:a16="http://schemas.microsoft.com/office/drawing/2014/main" id="{C96016E4-4DAA-A8E8-7AB2-E5F21FBF500E}"/>
                </a:ext>
              </a:extLst>
            </p:cNvPr>
            <p:cNvSpPr txBox="1"/>
            <p:nvPr/>
          </p:nvSpPr>
          <p:spPr>
            <a:xfrm>
              <a:off x="18434130" y="417973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  <p:sp>
          <p:nvSpPr>
            <p:cNvPr id="30" name="TextBox 100">
              <a:extLst>
                <a:ext uri="{FF2B5EF4-FFF2-40B4-BE49-F238E27FC236}">
                  <a16:creationId xmlns:a16="http://schemas.microsoft.com/office/drawing/2014/main" id="{64E9DBB4-ECE7-A703-3402-464D2494B4B1}"/>
                </a:ext>
              </a:extLst>
            </p:cNvPr>
            <p:cNvSpPr txBox="1"/>
            <p:nvPr/>
          </p:nvSpPr>
          <p:spPr>
            <a:xfrm>
              <a:off x="17533365" y="3011281"/>
              <a:ext cx="309563" cy="32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41" name="Freeform 84">
            <a:extLst>
              <a:ext uri="{FF2B5EF4-FFF2-40B4-BE49-F238E27FC236}">
                <a16:creationId xmlns:a16="http://schemas.microsoft.com/office/drawing/2014/main" id="{22BE6443-B85D-1952-C223-EA77C425011C}"/>
              </a:ext>
            </a:extLst>
          </p:cNvPr>
          <p:cNvSpPr/>
          <p:nvPr/>
        </p:nvSpPr>
        <p:spPr>
          <a:xfrm rot="12400782">
            <a:off x="409185" y="212161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C4E5F4"/>
          </a:solidFill>
        </p:spPr>
        <p:txBody>
          <a:bodyPr/>
          <a:lstStyle/>
          <a:p>
            <a:endParaRPr lang="en-GB"/>
          </a:p>
        </p:txBody>
      </p:sp>
      <p:sp>
        <p:nvSpPr>
          <p:cNvPr id="42" name="Freeform 84">
            <a:extLst>
              <a:ext uri="{FF2B5EF4-FFF2-40B4-BE49-F238E27FC236}">
                <a16:creationId xmlns:a16="http://schemas.microsoft.com/office/drawing/2014/main" id="{325A01E2-C2FC-20DA-588E-C33E6D4813BB}"/>
              </a:ext>
            </a:extLst>
          </p:cNvPr>
          <p:cNvSpPr/>
          <p:nvPr/>
        </p:nvSpPr>
        <p:spPr>
          <a:xfrm rot="12400782">
            <a:off x="691725" y="8967125"/>
            <a:ext cx="892703" cy="86209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38AEB6"/>
          </a:solidFill>
        </p:spPr>
        <p:txBody>
          <a:bodyPr/>
          <a:lstStyle/>
          <a:p>
            <a:endParaRPr lang="en-GB"/>
          </a:p>
        </p:txBody>
      </p:sp>
      <p:sp>
        <p:nvSpPr>
          <p:cNvPr id="45" name="TextBox 56">
            <a:extLst>
              <a:ext uri="{FF2B5EF4-FFF2-40B4-BE49-F238E27FC236}">
                <a16:creationId xmlns:a16="http://schemas.microsoft.com/office/drawing/2014/main" id="{68C8CAFC-3631-4227-8253-7A30BC9F9D85}"/>
              </a:ext>
            </a:extLst>
          </p:cNvPr>
          <p:cNvSpPr txBox="1"/>
          <p:nvPr/>
        </p:nvSpPr>
        <p:spPr>
          <a:xfrm>
            <a:off x="6946715" y="6211489"/>
            <a:ext cx="10398639" cy="684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anose="00000600000000000000" pitchFamily="2" charset="0"/>
                <a:ea typeface="Montserrat Ultra-Bold"/>
                <a:cs typeface="Montserrat Ultra-Bold"/>
                <a:sym typeface="Montserrat Ultra-Bold"/>
              </a:rPr>
              <a:t>Do you have any questions?</a:t>
            </a:r>
          </a:p>
        </p:txBody>
      </p:sp>
      <p:sp>
        <p:nvSpPr>
          <p:cNvPr id="2" name="TextBox 56">
            <a:extLst>
              <a:ext uri="{FF2B5EF4-FFF2-40B4-BE49-F238E27FC236}">
                <a16:creationId xmlns:a16="http://schemas.microsoft.com/office/drawing/2014/main" id="{95C35946-0378-5FF5-0140-CCD2EAE92A59}"/>
              </a:ext>
            </a:extLst>
          </p:cNvPr>
          <p:cNvSpPr txBox="1"/>
          <p:nvPr/>
        </p:nvSpPr>
        <p:spPr>
          <a:xfrm>
            <a:off x="7072471" y="5138747"/>
            <a:ext cx="10398639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29"/>
              </a:lnSpc>
            </a:pPr>
            <a:r>
              <a:rPr lang="en-US" sz="17200" b="1">
                <a:solidFill>
                  <a:srgbClr val="233D80"/>
                </a:solidFill>
                <a:latin typeface="Montserrat Bold" panose="00000800000000000000" charset="0"/>
                <a:ea typeface="Montserrat Ultra-Bold"/>
                <a:cs typeface="Montserrat Ultra-Bold"/>
                <a:sym typeface="Montserrat Ultra-Bold"/>
              </a:rPr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46315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937</Words>
  <Application>Microsoft Office PowerPoint</Application>
  <PresentationFormat>Custom</PresentationFormat>
  <Paragraphs>222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Montserrat</vt:lpstr>
      <vt:lpstr>Raleway Bold</vt:lpstr>
      <vt:lpstr>Montserrat Bold</vt:lpstr>
      <vt:lpstr>Montserrat Medium</vt:lpstr>
      <vt:lpstr>Calibri</vt:lpstr>
      <vt:lpstr>Montserrat Ultra-Bold</vt:lpstr>
      <vt:lpstr>Arial</vt:lpstr>
      <vt:lpstr>Raleway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Colourful Modern Infographic Mind Map Presentation</dc:title>
  <dc:creator>Jimmy Chung</dc:creator>
  <cp:lastModifiedBy>Jimmy Chung</cp:lastModifiedBy>
  <cp:revision>28</cp:revision>
  <dcterms:created xsi:type="dcterms:W3CDTF">2006-08-16T00:00:00Z</dcterms:created>
  <dcterms:modified xsi:type="dcterms:W3CDTF">2026-04-13T19:50:38Z</dcterms:modified>
  <dc:identifier>DAHFJ1jdIFk</dc:identifier>
</cp:coreProperties>
</file>